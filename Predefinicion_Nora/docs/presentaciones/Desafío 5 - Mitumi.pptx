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Poppins"/>
      <p:regular r:id="rId32"/>
      <p:bold r:id="rId33"/>
      <p:italic r:id="rId34"/>
      <p:boldItalic r:id="rId35"/>
    </p:embeddedFont>
    <p:embeddedFont>
      <p:font typeface="Poppins ExtraBold"/>
      <p:bold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Poppins-bold.fntdata"/><Relationship Id="rId10" Type="http://schemas.openxmlformats.org/officeDocument/2006/relationships/slide" Target="slides/slide6.xml"/><Relationship Id="rId32" Type="http://schemas.openxmlformats.org/officeDocument/2006/relationships/font" Target="fonts/Poppins-regular.fntdata"/><Relationship Id="rId13" Type="http://schemas.openxmlformats.org/officeDocument/2006/relationships/slide" Target="slides/slide9.xml"/><Relationship Id="rId35" Type="http://schemas.openxmlformats.org/officeDocument/2006/relationships/font" Target="fonts/Poppins-boldItalic.fntdata"/><Relationship Id="rId12" Type="http://schemas.openxmlformats.org/officeDocument/2006/relationships/slide" Target="slides/slide8.xml"/><Relationship Id="rId34" Type="http://schemas.openxmlformats.org/officeDocument/2006/relationships/font" Target="fonts/Poppins-italic.fntdata"/><Relationship Id="rId15" Type="http://schemas.openxmlformats.org/officeDocument/2006/relationships/slide" Target="slides/slide11.xml"/><Relationship Id="rId37" Type="http://schemas.openxmlformats.org/officeDocument/2006/relationships/font" Target="fonts/PoppinsExtraBold-boldItalic.fntdata"/><Relationship Id="rId14" Type="http://schemas.openxmlformats.org/officeDocument/2006/relationships/slide" Target="slides/slide10.xml"/><Relationship Id="rId36" Type="http://schemas.openxmlformats.org/officeDocument/2006/relationships/font" Target="fonts/PoppinsExtraBold-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Font typeface="Times New Roman"/>
              <a:buNone/>
              <a:defRPr b="0" i="0" sz="1400" u="none" cap="none" strike="noStrike">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Font typeface="Times New Roman"/>
              <a:buNone/>
              <a:defRPr b="0" i="0" sz="1400" u="none" cap="none" strike="noStrike">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SzPts val="1400"/>
              <a:buFont typeface="Times New Roman"/>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2:notes"/>
          <p:cNvSpPr txBox="1"/>
          <p:nvPr>
            <p:ph idx="1" type="body"/>
          </p:nvPr>
        </p:nvSpPr>
        <p:spPr>
          <a:xfrm>
            <a:off x="685800" y="4400640"/>
            <a:ext cx="5485680" cy="3600000"/>
          </a:xfrm>
          <a:prstGeom prst="rect">
            <a:avLst/>
          </a:prstGeom>
          <a:noFill/>
          <a:ln>
            <a:noFill/>
          </a:ln>
        </p:spPr>
        <p:txBody>
          <a:bodyPr anchorCtr="0" anchor="t" bIns="0" lIns="0" spcFirstLastPara="1" rIns="0" wrap="square" tIns="0">
            <a:noAutofit/>
          </a:bodyPr>
          <a:lstStyle/>
          <a:p>
            <a:pPr indent="0" lvl="0" marL="216000" rtl="0" algn="l">
              <a:spcBef>
                <a:spcPts val="0"/>
              </a:spcBef>
              <a:spcAft>
                <a:spcPts val="0"/>
              </a:spcAft>
              <a:buSzPts val="2000"/>
              <a:buNone/>
            </a:pPr>
            <a:r>
              <a:t/>
            </a:r>
            <a:endParaRPr b="0" sz="2000" strike="noStrike">
              <a:latin typeface="Arial"/>
              <a:ea typeface="Arial"/>
              <a:cs typeface="Arial"/>
              <a:sym typeface="Arial"/>
            </a:endParaRPr>
          </a:p>
        </p:txBody>
      </p:sp>
      <p:sp>
        <p:nvSpPr>
          <p:cNvPr id="79" name="Google Shape;79;p2:notes"/>
          <p:cNvSpPr txBox="1"/>
          <p:nvPr>
            <p:ph idx="12" type="sldNum"/>
          </p:nvPr>
        </p:nvSpPr>
        <p:spPr>
          <a:xfrm>
            <a:off x="3884760" y="8685360"/>
            <a:ext cx="2971080" cy="45792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SzPts val="1400"/>
              <a:buFont typeface="Times New Roman"/>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af90df00e_0_0: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9" name="Google Shape;89;g32af90df00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af90df00e_0_7: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7" name="Google Shape;97;g32af90df00e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af90df00e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32af90df00e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2af90df00e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32af90df00e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af90df00e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32af90df00e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af90df00e_0_45: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9" name="Google Shape;139;g32af90df00e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af90df00e_0_58: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5" name="Google Shape;155;g32af90df00e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ec81cdc64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g3ec81cdc64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c81cdc645_0_73: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0" name="Google Shape;170;g3ec81cdc645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c81cdc645_0_63: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2" name="Google Shape;182;g3ec81cdc645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ec81cdc645_0_85: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4" name="Google Shape;194;g3ec81cdc645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2af90df00e_0_86: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8" name="Google Shape;208;g32af90df00e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af90df00e_0_93: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6" name="Google Shape;216;g32af90df00e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2af90df00e_0_109: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3" name="Google Shape;233;g32af90df00e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6f13dd19ec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6f13dd19ec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42" name="Google Shape;242;g36f13dd19ec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6f13dd19ec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36f13dd19ec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g36f13dd19ec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f13dd19ec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6f13dd19ec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36f13dd19ec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2af90df00e_0_167: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9" name="Google Shape;279;g32af90df00e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2af90df00e_0_1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g32af90df00e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2af90df00e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2af90df00e_0_2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32af90df00e_0_2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Poppins"/>
                <a:ea typeface="Poppins"/>
                <a:cs typeface="Poppins"/>
                <a:sym typeface="Poppins"/>
              </a:rPr>
              <a:t>‹#›</a:t>
            </a:fld>
            <a:endParaRPr>
              <a:latin typeface="Poppins"/>
              <a:ea typeface="Poppins"/>
              <a:cs typeface="Poppins"/>
              <a:sym typeface="Poppi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2af90df00e_0_185: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13" name="Google Shape;313;g32af90df00e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2af90df00e_0_192: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1" name="Google Shape;321;g32af90df00e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2af90df00e_0_205: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6" name="Google Shape;336;g32af90df00e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2af90df00e_0_2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g32af90df00e_0_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2af90df00e_0_232:notes"/>
          <p:cNvSpPr txBox="1"/>
          <p:nvPr>
            <p:ph idx="1" type="body"/>
          </p:nvPr>
        </p:nvSpPr>
        <p:spPr>
          <a:xfrm>
            <a:off x="685800" y="4400550"/>
            <a:ext cx="5486400" cy="360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5" name="Google Shape;365;g32af90df00e_0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3" name="Google Shape;373;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5" name="Shape 15"/>
        <p:cNvGrpSpPr/>
        <p:nvPr/>
      </p:nvGrpSpPr>
      <p:grpSpPr>
        <a:xfrm>
          <a:off x="0" y="0"/>
          <a:ext cx="0" cy="0"/>
          <a:chOff x="0" y="0"/>
          <a:chExt cx="0" cy="0"/>
        </a:xfrm>
      </p:grpSpPr>
      <p:sp>
        <p:nvSpPr>
          <p:cNvPr id="16" name="Google Shape;16;p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 name="Shape 18"/>
        <p:cNvGrpSpPr/>
        <p:nvPr/>
      </p:nvGrpSpPr>
      <p:grpSpPr>
        <a:xfrm>
          <a:off x="0" y="0"/>
          <a:ext cx="0" cy="0"/>
          <a:chOff x="0" y="0"/>
          <a:chExt cx="0" cy="0"/>
        </a:xfrm>
      </p:grpSpPr>
      <p:sp>
        <p:nvSpPr>
          <p:cNvPr id="19" name="Google Shape;19;p4"/>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1" name="Shape 21"/>
        <p:cNvGrpSpPr/>
        <p:nvPr/>
      </p:nvGrpSpPr>
      <p:grpSpPr>
        <a:xfrm>
          <a:off x="0" y="0"/>
          <a:ext cx="0" cy="0"/>
          <a:chOff x="0" y="0"/>
          <a:chExt cx="0" cy="0"/>
        </a:xfrm>
      </p:grpSpPr>
      <p:sp>
        <p:nvSpPr>
          <p:cNvPr id="22" name="Google Shape;22;p5"/>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 name="Google Shape;24;p5"/>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7" name="Shape 27"/>
        <p:cNvGrpSpPr/>
        <p:nvPr/>
      </p:nvGrpSpPr>
      <p:grpSpPr>
        <a:xfrm>
          <a:off x="0" y="0"/>
          <a:ext cx="0" cy="0"/>
          <a:chOff x="0" y="0"/>
          <a:chExt cx="0" cy="0"/>
        </a:xfrm>
      </p:grpSpPr>
      <p:sp>
        <p:nvSpPr>
          <p:cNvPr id="28" name="Google Shape;28;p7"/>
          <p:cNvSpPr txBox="1"/>
          <p:nvPr>
            <p:ph idx="1" type="subTitle"/>
          </p:nvPr>
        </p:nvSpPr>
        <p:spPr>
          <a:xfrm>
            <a:off x="609480" y="273600"/>
            <a:ext cx="10972440" cy="53078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 name="Shape 29"/>
        <p:cNvGrpSpPr/>
        <p:nvPr/>
      </p:nvGrpSpPr>
      <p:grpSpPr>
        <a:xfrm>
          <a:off x="0" y="0"/>
          <a:ext cx="0" cy="0"/>
          <a:chOff x="0" y="0"/>
          <a:chExt cx="0" cy="0"/>
        </a:xfrm>
      </p:grpSpPr>
      <p:sp>
        <p:nvSpPr>
          <p:cNvPr id="30" name="Google Shape;30;p8"/>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8"/>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8"/>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8"/>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4" name="Shape 34"/>
        <p:cNvGrpSpPr/>
        <p:nvPr/>
      </p:nvGrpSpPr>
      <p:grpSpPr>
        <a:xfrm>
          <a:off x="0" y="0"/>
          <a:ext cx="0" cy="0"/>
          <a:chOff x="0" y="0"/>
          <a:chExt cx="0" cy="0"/>
        </a:xfrm>
      </p:grpSpPr>
      <p:sp>
        <p:nvSpPr>
          <p:cNvPr id="35" name="Google Shape;35;p9"/>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9"/>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 name="Google Shape;37;p9"/>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9"/>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9" name="Shape 39"/>
        <p:cNvGrpSpPr/>
        <p:nvPr/>
      </p:nvGrpSpPr>
      <p:grpSpPr>
        <a:xfrm>
          <a:off x="0" y="0"/>
          <a:ext cx="0" cy="0"/>
          <a:chOff x="0" y="0"/>
          <a:chExt cx="0" cy="0"/>
        </a:xfrm>
      </p:grpSpPr>
      <p:sp>
        <p:nvSpPr>
          <p:cNvPr id="40" name="Google Shape;40;p10"/>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0"/>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1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0"/>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4" name="Shape 44"/>
        <p:cNvGrpSpPr/>
        <p:nvPr/>
      </p:nvGrpSpPr>
      <p:grpSpPr>
        <a:xfrm>
          <a:off x="0" y="0"/>
          <a:ext cx="0" cy="0"/>
          <a:chOff x="0" y="0"/>
          <a:chExt cx="0" cy="0"/>
        </a:xfrm>
      </p:grpSpPr>
      <p:sp>
        <p:nvSpPr>
          <p:cNvPr id="45" name="Google Shape;45;p1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1"/>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 name="Google Shape;47;p11"/>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8" name="Shape 48"/>
        <p:cNvGrpSpPr/>
        <p:nvPr/>
      </p:nvGrpSpPr>
      <p:grpSpPr>
        <a:xfrm>
          <a:off x="0" y="0"/>
          <a:ext cx="0" cy="0"/>
          <a:chOff x="0" y="0"/>
          <a:chExt cx="0" cy="0"/>
        </a:xfrm>
      </p:grpSpPr>
      <p:sp>
        <p:nvSpPr>
          <p:cNvPr id="49" name="Google Shape;49;p12"/>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4" name="Shape 54"/>
        <p:cNvGrpSpPr/>
        <p:nvPr/>
      </p:nvGrpSpPr>
      <p:grpSpPr>
        <a:xfrm>
          <a:off x="0" y="0"/>
          <a:ext cx="0" cy="0"/>
          <a:chOff x="0" y="0"/>
          <a:chExt cx="0" cy="0"/>
        </a:xfrm>
      </p:grpSpPr>
      <p:sp>
        <p:nvSpPr>
          <p:cNvPr id="55" name="Google Shape;55;p13"/>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3"/>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14"/>
          <p:cNvSpPr txBox="1"/>
          <p:nvPr>
            <p:ph type="ctrTitle"/>
          </p:nvPr>
        </p:nvSpPr>
        <p:spPr>
          <a:xfrm>
            <a:off x="415611" y="992767"/>
            <a:ext cx="11360700" cy="2736900"/>
          </a:xfrm>
          <a:prstGeom prst="rect">
            <a:avLst/>
          </a:prstGeom>
        </p:spPr>
        <p:txBody>
          <a:bodyPr anchorCtr="0" anchor="b" bIns="0" lIns="0" spcFirstLastPara="1" rIns="0" wrap="square" tIns="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64" name="Google Shape;64;p14"/>
          <p:cNvSpPr txBox="1"/>
          <p:nvPr>
            <p:ph idx="1" type="subTitle"/>
          </p:nvPr>
        </p:nvSpPr>
        <p:spPr>
          <a:xfrm>
            <a:off x="415600" y="3778833"/>
            <a:ext cx="11360700" cy="1056900"/>
          </a:xfrm>
          <a:prstGeom prst="rect">
            <a:avLst/>
          </a:prstGeom>
        </p:spPr>
        <p:txBody>
          <a:bodyPr anchorCtr="0" anchor="t" bIns="0" lIns="0" spcFirstLastPara="1" rIns="0" wrap="square" tIns="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65" name="Google Shape;65;p1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Portada">
    <p:spTree>
      <p:nvGrpSpPr>
        <p:cNvPr id="66" name="Shape 66"/>
        <p:cNvGrpSpPr/>
        <p:nvPr/>
      </p:nvGrpSpPr>
      <p:grpSpPr>
        <a:xfrm>
          <a:off x="0" y="0"/>
          <a:ext cx="0" cy="0"/>
          <a:chOff x="0" y="0"/>
          <a:chExt cx="0" cy="0"/>
        </a:xfrm>
      </p:grpSpPr>
      <p:sp>
        <p:nvSpPr>
          <p:cNvPr id="67" name="Google Shape;67;p15"/>
          <p:cNvSpPr/>
          <p:nvPr>
            <p:ph idx="2" type="pic"/>
          </p:nvPr>
        </p:nvSpPr>
        <p:spPr>
          <a:xfrm>
            <a:off x="0" y="0"/>
            <a:ext cx="12192000" cy="68580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68" name="Shape 68"/>
        <p:cNvGrpSpPr/>
        <p:nvPr/>
      </p:nvGrpSpPr>
      <p:grpSpPr>
        <a:xfrm>
          <a:off x="0" y="0"/>
          <a:ext cx="0" cy="0"/>
          <a:chOff x="0" y="0"/>
          <a:chExt cx="0" cy="0"/>
        </a:xfrm>
      </p:grpSpPr>
      <p:sp>
        <p:nvSpPr>
          <p:cNvPr id="69" name="Google Shape;69;p16"/>
          <p:cNvSpPr/>
          <p:nvPr>
            <p:ph idx="2" type="pic"/>
          </p:nvPr>
        </p:nvSpPr>
        <p:spPr>
          <a:xfrm>
            <a:off x="4531360" y="863080"/>
            <a:ext cx="3129300" cy="5131800"/>
          </a:xfrm>
          <a:prstGeom prst="rect">
            <a:avLst/>
          </a:prstGeom>
          <a:noFill/>
          <a:ln cap="flat" cmpd="sng" w="9525">
            <a:solidFill>
              <a:srgbClr val="FF5C33"/>
            </a:solidFill>
            <a:prstDash val="solid"/>
            <a:round/>
            <a:headEnd len="sm" w="sm" type="none"/>
            <a:tailEnd len="sm" w="sm" type="none"/>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70" name="Shape 7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71" name="Shape 71"/>
        <p:cNvGrpSpPr/>
        <p:nvPr/>
      </p:nvGrpSpPr>
      <p:grpSpPr>
        <a:xfrm>
          <a:off x="0" y="0"/>
          <a:ext cx="0" cy="0"/>
          <a:chOff x="0" y="0"/>
          <a:chExt cx="0" cy="0"/>
        </a:xfrm>
      </p:grpSpPr>
      <p:sp>
        <p:nvSpPr>
          <p:cNvPr id="72" name="Google Shape;72;p18"/>
          <p:cNvSpPr/>
          <p:nvPr>
            <p:ph idx="2" type="pic"/>
          </p:nvPr>
        </p:nvSpPr>
        <p:spPr>
          <a:xfrm>
            <a:off x="8440676" y="863081"/>
            <a:ext cx="3129300" cy="2029500"/>
          </a:xfrm>
          <a:prstGeom prst="rect">
            <a:avLst/>
          </a:prstGeom>
          <a:noFill/>
          <a:ln cap="flat" cmpd="sng" w="9525">
            <a:solidFill>
              <a:srgbClr val="FF5C33"/>
            </a:solidFill>
            <a:prstDash val="solid"/>
            <a:round/>
            <a:headEnd len="sm" w="sm" type="none"/>
            <a:tailEnd len="sm" w="sm" type="none"/>
          </a:ln>
        </p:spPr>
      </p:sp>
      <p:sp>
        <p:nvSpPr>
          <p:cNvPr id="73" name="Google Shape;73;p18"/>
          <p:cNvSpPr/>
          <p:nvPr>
            <p:ph idx="3" type="pic"/>
          </p:nvPr>
        </p:nvSpPr>
        <p:spPr>
          <a:xfrm>
            <a:off x="622042" y="3965512"/>
            <a:ext cx="7038600" cy="2029500"/>
          </a:xfrm>
          <a:prstGeom prst="rect">
            <a:avLst/>
          </a:prstGeom>
          <a:noFill/>
          <a:ln cap="flat" cmpd="sng" w="9525">
            <a:solidFill>
              <a:srgbClr val="FF5C33"/>
            </a:solidFill>
            <a:prstDash val="solid"/>
            <a:round/>
            <a:headEnd len="sm" w="sm" type="none"/>
            <a:tailEnd len="sm" w="sm" type="none"/>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showMasterSp="0">
  <p:cSld name="5_Title and Content">
    <p:spTree>
      <p:nvGrpSpPr>
        <p:cNvPr id="74" name="Shape 74"/>
        <p:cNvGrpSpPr/>
        <p:nvPr/>
      </p:nvGrpSpPr>
      <p:grpSpPr>
        <a:xfrm>
          <a:off x="0" y="0"/>
          <a:ext cx="0" cy="0"/>
          <a:chOff x="0" y="0"/>
          <a:chExt cx="0" cy="0"/>
        </a:xfrm>
      </p:grpSpPr>
      <p:sp>
        <p:nvSpPr>
          <p:cNvPr id="75" name="Google Shape;75;p19"/>
          <p:cNvSpPr/>
          <p:nvPr>
            <p:ph idx="2" type="pic"/>
          </p:nvPr>
        </p:nvSpPr>
        <p:spPr>
          <a:xfrm>
            <a:off x="0" y="0"/>
            <a:ext cx="12192000" cy="37557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62640" y="-126720"/>
            <a:ext cx="1998360" cy="943920"/>
          </a:xfrm>
          <a:prstGeom prst="rect">
            <a:avLst/>
          </a:prstGeom>
          <a:noFill/>
          <a:ln>
            <a:noFill/>
          </a:ln>
        </p:spPr>
      </p:pic>
      <p:cxnSp>
        <p:nvCxnSpPr>
          <p:cNvPr id="11" name="Google Shape;11;p1"/>
          <p:cNvCxnSpPr/>
          <p:nvPr/>
        </p:nvCxnSpPr>
        <p:spPr>
          <a:xfrm>
            <a:off x="0" y="656280"/>
            <a:ext cx="12192480" cy="720"/>
          </a:xfrm>
          <a:prstGeom prst="straightConnector1">
            <a:avLst/>
          </a:prstGeom>
          <a:noFill/>
          <a:ln cap="flat" cmpd="sng" w="9525">
            <a:solidFill>
              <a:srgbClr val="EF3340"/>
            </a:solidFill>
            <a:prstDash val="solid"/>
            <a:round/>
            <a:headEnd len="sm" w="sm" type="none"/>
            <a:tailEnd len="sm" w="sm" type="none"/>
          </a:ln>
        </p:spPr>
      </p:cxnSp>
      <p:sp>
        <p:nvSpPr>
          <p:cNvPr id="12" name="Google Shape;12;p1"/>
          <p:cNvSpPr txBox="1"/>
          <p:nvPr>
            <p:ph type="title"/>
          </p:nvPr>
        </p:nvSpPr>
        <p:spPr>
          <a:xfrm>
            <a:off x="609480" y="273600"/>
            <a:ext cx="1097244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hyperlink" Target="http://www.lanbide.euskadi.eus" TargetMode="External"/><Relationship Id="rId6" Type="http://schemas.openxmlformats.org/officeDocument/2006/relationships/image" Target="../media/image16.png"/><Relationship Id="rId7" Type="http://schemas.openxmlformats.org/officeDocument/2006/relationships/image" Target="../media/image4.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2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7.jpg"/><Relationship Id="rId4" Type="http://schemas.openxmlformats.org/officeDocument/2006/relationships/hyperlink" Target="http://www.lanbide.euskadi.eus" TargetMode="External"/><Relationship Id="rId5" Type="http://schemas.openxmlformats.org/officeDocument/2006/relationships/image" Target="../media/image14.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5.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hyperlink" Target="http://www.lanbide.euskadi.eus" TargetMode="External"/><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hyperlink" Target="http://www.lanbide.euskadi.eus" TargetMode="External"/><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9.jpg"/></Relationships>
</file>

<file path=ppt/slides/_rels/slide12.xml.rels><?xml version="1.0" encoding="UTF-8" standalone="yes"?><Relationships xmlns="http://schemas.openxmlformats.org/package/2006/relationships"><Relationship Id="rId11" Type="http://schemas.openxmlformats.org/officeDocument/2006/relationships/hyperlink" Target="https://docs.google.com/spreadsheets/d/1iYRrJeBkpBxFN91W0yecUoPLcnTLiFEm/edit?usp=drive_web&amp;ouid=111173958540386883910&amp;rtpof=true" TargetMode="External"/><Relationship Id="rId10" Type="http://schemas.openxmlformats.org/officeDocument/2006/relationships/hyperlink" Target="https://docs.google.com/document/d/1XjSkIJBxtIDgaXsul0uoDoMoKwIMnqT4/" TargetMode="External"/><Relationship Id="rId12" Type="http://schemas.openxmlformats.org/officeDocument/2006/relationships/hyperlink" Target="https://docs.google.com/spreadsheets/d/1iYRrJeBkpBxFN91W0yecUoPLcnTLiFEm/" TargetMode="External"/><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hyperlink" Target="http://www.lanbide.euskadi.eus" TargetMode="External"/><Relationship Id="rId4" Type="http://schemas.openxmlformats.org/officeDocument/2006/relationships/image" Target="../media/image14.png"/><Relationship Id="rId9" Type="http://schemas.openxmlformats.org/officeDocument/2006/relationships/hyperlink" Target="https://docs.google.com/document/d/1XjSkIJBxtIDgaXsul0uoDoMoKwIMnqT4/edit" TargetMode="External"/><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hyperlink" Target="https://docs.google.com/document/d/13MuVclSLin6EyGt2xN98iHM2uIF68GDd/edit" TargetMode="External"/><Relationship Id="rId8" Type="http://schemas.openxmlformats.org/officeDocument/2006/relationships/hyperlink" Target="https://docs.google.com/document/d/13MuVclSLin6EyGt2xN98iHM2uIF68GD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hyperlink" Target="http://www.lanbide.euskadi.eus" TargetMode="External"/><Relationship Id="rId4" Type="http://schemas.openxmlformats.org/officeDocument/2006/relationships/image" Target="../media/image14.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29.jpg"/><Relationship Id="rId5" Type="http://schemas.openxmlformats.org/officeDocument/2006/relationships/hyperlink" Target="http://www.lanbide.euskadi.eus" TargetMode="External"/><Relationship Id="rId6" Type="http://schemas.openxmlformats.org/officeDocument/2006/relationships/image" Target="../media/image14.png"/><Relationship Id="rId7"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hyperlink" Target="http://www.lanbide.euskadi.eus" TargetMode="External"/><Relationship Id="rId4" Type="http://schemas.openxmlformats.org/officeDocument/2006/relationships/image" Target="../media/image14.png"/><Relationship Id="rId5"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hyperlink" Target="http://www.lanbide.euskadi.eus" TargetMode="External"/><Relationship Id="rId4" Type="http://schemas.openxmlformats.org/officeDocument/2006/relationships/image" Target="../media/image14.png"/><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2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32.jp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hyperlink" Target="http://www.lanbide.euskadi.eus" TargetMode="External"/><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hyperlink" Target="http://www.lanbide.euskadi.eus" TargetMode="External"/><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22.png"/><Relationship Id="rId7" Type="http://schemas.openxmlformats.org/officeDocument/2006/relationships/image" Target="../media/image3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3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3.jpg"/></Relationships>
</file>

<file path=ppt/slides/_rels/slide27.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hyperlink" Target="https://twitter.com/thebridge_tech?s=21&amp;t=Zjh8pb9n2eHLs3zdfEUMiQ" TargetMode="External"/><Relationship Id="rId13" Type="http://schemas.openxmlformats.org/officeDocument/2006/relationships/image" Target="../media/image16.png"/><Relationship Id="rId12" Type="http://schemas.openxmlformats.org/officeDocument/2006/relationships/hyperlink" Target="http://www.lanbide.euskadi.eus" TargetMode="External"/><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jpg"/><Relationship Id="rId4" Type="http://schemas.openxmlformats.org/officeDocument/2006/relationships/hyperlink" Target="https://www.linkedin.com/school/the-bridge-digital-talent-accelerator/" TargetMode="External"/><Relationship Id="rId9" Type="http://schemas.openxmlformats.org/officeDocument/2006/relationships/image" Target="../media/image35.png"/><Relationship Id="rId14" Type="http://schemas.openxmlformats.org/officeDocument/2006/relationships/image" Target="../media/image4.png"/><Relationship Id="rId5" Type="http://schemas.openxmlformats.org/officeDocument/2006/relationships/image" Target="../media/image24.png"/><Relationship Id="rId6" Type="http://schemas.openxmlformats.org/officeDocument/2006/relationships/hyperlink" Target="https://www.instagram.com/thebridge_tech/" TargetMode="External"/><Relationship Id="rId7" Type="http://schemas.openxmlformats.org/officeDocument/2006/relationships/image" Target="../media/image26.png"/><Relationship Id="rId8" Type="http://schemas.openxmlformats.org/officeDocument/2006/relationships/hyperlink" Target="https://www.facebook.com/thebridgedigitaltalentaccelerato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20"/>
          <p:cNvPicPr preferRelativeResize="0"/>
          <p:nvPr/>
        </p:nvPicPr>
        <p:blipFill rotWithShape="1">
          <a:blip r:embed="rId3">
            <a:alphaModFix/>
          </a:blip>
          <a:srcRect b="-457166" l="-669316" r="-669316" t="-457166"/>
          <a:stretch/>
        </p:blipFill>
        <p:spPr>
          <a:xfrm>
            <a:off x="0" y="0"/>
            <a:ext cx="12191400" cy="6857280"/>
          </a:xfrm>
          <a:prstGeom prst="rect">
            <a:avLst/>
          </a:prstGeom>
          <a:noFill/>
          <a:ln>
            <a:noFill/>
          </a:ln>
        </p:spPr>
      </p:pic>
      <p:pic>
        <p:nvPicPr>
          <p:cNvPr id="82" name="Google Shape;82;p20"/>
          <p:cNvPicPr preferRelativeResize="0"/>
          <p:nvPr/>
        </p:nvPicPr>
        <p:blipFill rotWithShape="1">
          <a:blip r:embed="rId4">
            <a:alphaModFix/>
          </a:blip>
          <a:srcRect b="0" l="0" r="0" t="0"/>
          <a:stretch/>
        </p:blipFill>
        <p:spPr>
          <a:xfrm>
            <a:off x="0" y="0"/>
            <a:ext cx="12191400" cy="6857280"/>
          </a:xfrm>
          <a:prstGeom prst="rect">
            <a:avLst/>
          </a:prstGeom>
          <a:noFill/>
          <a:ln>
            <a:noFill/>
          </a:ln>
        </p:spPr>
      </p:pic>
      <p:sp>
        <p:nvSpPr>
          <p:cNvPr id="83" name="Google Shape;83;p20"/>
          <p:cNvSpPr/>
          <p:nvPr/>
        </p:nvSpPr>
        <p:spPr>
          <a:xfrm>
            <a:off x="5450675" y="2392260"/>
            <a:ext cx="6346500" cy="2368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6300">
                <a:solidFill>
                  <a:srgbClr val="EFEFEF"/>
                </a:solidFill>
                <a:latin typeface="Poppins"/>
                <a:ea typeface="Poppins"/>
                <a:cs typeface="Poppins"/>
                <a:sym typeface="Poppins"/>
              </a:rPr>
              <a:t>Desafío de </a:t>
            </a:r>
            <a:endParaRPr b="1" sz="6300">
              <a:solidFill>
                <a:srgbClr val="EFEFEF"/>
              </a:solidFill>
              <a:latin typeface="Poppins"/>
              <a:ea typeface="Poppins"/>
              <a:cs typeface="Poppins"/>
              <a:sym typeface="Poppins"/>
            </a:endParaRPr>
          </a:p>
          <a:p>
            <a:pPr indent="0" lvl="0" marL="0" marR="0" rtl="0" algn="l">
              <a:lnSpc>
                <a:spcPct val="100000"/>
              </a:lnSpc>
              <a:spcBef>
                <a:spcPts val="0"/>
              </a:spcBef>
              <a:spcAft>
                <a:spcPts val="0"/>
              </a:spcAft>
              <a:buNone/>
            </a:pPr>
            <a:r>
              <a:rPr b="1" lang="en-US" sz="6300">
                <a:solidFill>
                  <a:srgbClr val="EFEFEF"/>
                </a:solidFill>
                <a:latin typeface="Poppins"/>
                <a:ea typeface="Poppins"/>
                <a:cs typeface="Poppins"/>
                <a:sym typeface="Poppins"/>
              </a:rPr>
              <a:t>Tripulaciones</a:t>
            </a:r>
            <a:endParaRPr b="1" sz="6300">
              <a:solidFill>
                <a:srgbClr val="EFEFEF"/>
              </a:solidFill>
              <a:latin typeface="Poppins"/>
              <a:ea typeface="Poppins"/>
              <a:cs typeface="Poppins"/>
              <a:sym typeface="Poppins"/>
            </a:endParaRPr>
          </a:p>
        </p:txBody>
      </p:sp>
      <p:pic>
        <p:nvPicPr>
          <p:cNvPr id="84" name="Google Shape;84;p20">
            <a:hlinkClick r:id="rId5"/>
          </p:cNvPr>
          <p:cNvPicPr preferRelativeResize="0"/>
          <p:nvPr/>
        </p:nvPicPr>
        <p:blipFill rotWithShape="1">
          <a:blip r:embed="rId6">
            <a:alphaModFix/>
          </a:blip>
          <a:srcRect b="0" l="0" r="0" t="0"/>
          <a:stretch/>
        </p:blipFill>
        <p:spPr>
          <a:xfrm>
            <a:off x="4820160" y="579240"/>
            <a:ext cx="1231920" cy="853920"/>
          </a:xfrm>
          <a:prstGeom prst="rect">
            <a:avLst/>
          </a:prstGeom>
          <a:noFill/>
          <a:ln>
            <a:noFill/>
          </a:ln>
        </p:spPr>
      </p:pic>
      <p:pic>
        <p:nvPicPr>
          <p:cNvPr id="85" name="Google Shape;85;p20"/>
          <p:cNvPicPr preferRelativeResize="0"/>
          <p:nvPr/>
        </p:nvPicPr>
        <p:blipFill>
          <a:blip r:embed="rId7">
            <a:alphaModFix/>
          </a:blip>
          <a:stretch>
            <a:fillRect/>
          </a:stretch>
        </p:blipFill>
        <p:spPr>
          <a:xfrm>
            <a:off x="347500" y="557448"/>
            <a:ext cx="4346574" cy="951900"/>
          </a:xfrm>
          <a:prstGeom prst="rect">
            <a:avLst/>
          </a:prstGeom>
          <a:noFill/>
          <a:ln>
            <a:noFill/>
          </a:ln>
        </p:spPr>
      </p:pic>
      <p:pic>
        <p:nvPicPr>
          <p:cNvPr id="86" name="Google Shape;86;p20" title="logo_2020_eventosboutique (1) (1).png"/>
          <p:cNvPicPr preferRelativeResize="0"/>
          <p:nvPr/>
        </p:nvPicPr>
        <p:blipFill>
          <a:blip r:embed="rId8">
            <a:alphaModFix/>
          </a:blip>
          <a:stretch>
            <a:fillRect/>
          </a:stretch>
        </p:blipFill>
        <p:spPr>
          <a:xfrm>
            <a:off x="5450669" y="4904494"/>
            <a:ext cx="5762224" cy="1187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21"/>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92" name="Google Shape;92;p21"/>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21"/>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¿Qué es el desafío de tripulaciones?</a:t>
            </a:r>
            <a:endParaRPr b="1" i="0" sz="4000" u="none" cap="none" strike="noStrike">
              <a:solidFill>
                <a:schemeClr val="lt1"/>
              </a:solidFill>
              <a:latin typeface="Poppins"/>
              <a:ea typeface="Poppins"/>
              <a:cs typeface="Poppins"/>
              <a:sym typeface="Poppins"/>
            </a:endParaRPr>
          </a:p>
        </p:txBody>
      </p:sp>
      <p:sp>
        <p:nvSpPr>
          <p:cNvPr id="94" name="Google Shape;94;p21"/>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b="0" i="0" lang="en-US" sz="8000" u="none" cap="none" strike="noStrike">
                <a:solidFill>
                  <a:srgbClr val="FBFBFB"/>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2"/>
          <p:cNvPicPr preferRelativeResize="0"/>
          <p:nvPr/>
        </p:nvPicPr>
        <p:blipFill>
          <a:blip r:embed="rId3">
            <a:alphaModFix/>
          </a:blip>
          <a:stretch>
            <a:fillRect/>
          </a:stretch>
        </p:blipFill>
        <p:spPr>
          <a:xfrm>
            <a:off x="-187900" y="-838200"/>
            <a:ext cx="12567800" cy="7754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103" name="Shape 103"/>
        <p:cNvGrpSpPr/>
        <p:nvPr/>
      </p:nvGrpSpPr>
      <p:grpSpPr>
        <a:xfrm>
          <a:off x="0" y="0"/>
          <a:ext cx="0" cy="0"/>
          <a:chOff x="0" y="0"/>
          <a:chExt cx="0" cy="0"/>
        </a:xfrm>
      </p:grpSpPr>
      <p:sp>
        <p:nvSpPr>
          <p:cNvPr id="104" name="Google Shape;104;p23"/>
          <p:cNvSpPr/>
          <p:nvPr/>
        </p:nvSpPr>
        <p:spPr>
          <a:xfrm>
            <a:off x="622038" y="0"/>
            <a:ext cx="10947900" cy="6253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5" name="Google Shape;105;p23"/>
          <p:cNvSpPr txBox="1"/>
          <p:nvPr/>
        </p:nvSpPr>
        <p:spPr>
          <a:xfrm>
            <a:off x="3086966" y="1945410"/>
            <a:ext cx="60180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dk1"/>
                </a:solidFill>
                <a:latin typeface="Poppins"/>
                <a:ea typeface="Poppins"/>
                <a:cs typeface="Poppins"/>
                <a:sym typeface="Poppins"/>
              </a:rPr>
              <a:t>Desafío</a:t>
            </a:r>
            <a:r>
              <a:rPr b="1" i="0" lang="en-US" sz="3200" u="none" cap="none" strike="noStrike">
                <a:solidFill>
                  <a:schemeClr val="dk1"/>
                </a:solidFill>
                <a:latin typeface="Poppins ExtraBold"/>
                <a:ea typeface="Poppins ExtraBold"/>
                <a:cs typeface="Poppins ExtraBold"/>
                <a:sym typeface="Poppins ExtraBold"/>
              </a:rPr>
              <a:t> </a:t>
            </a:r>
            <a:r>
              <a:rPr lang="en-US" sz="3200">
                <a:solidFill>
                  <a:schemeClr val="dk1"/>
                </a:solidFill>
                <a:latin typeface="Poppins"/>
                <a:ea typeface="Poppins"/>
                <a:cs typeface="Poppins"/>
                <a:sym typeface="Poppins"/>
              </a:rPr>
              <a:t>de Tripulaciones</a:t>
            </a:r>
            <a:endParaRPr b="0" i="0" sz="1400" u="none" cap="none" strike="noStrike">
              <a:solidFill>
                <a:schemeClr val="dk1"/>
              </a:solidFill>
              <a:latin typeface="Poppins"/>
              <a:ea typeface="Poppins"/>
              <a:cs typeface="Poppins"/>
              <a:sym typeface="Poppins"/>
            </a:endParaRPr>
          </a:p>
        </p:txBody>
      </p:sp>
      <p:sp>
        <p:nvSpPr>
          <p:cNvPr id="106" name="Google Shape;106;p23"/>
          <p:cNvSpPr txBox="1"/>
          <p:nvPr/>
        </p:nvSpPr>
        <p:spPr>
          <a:xfrm>
            <a:off x="1967350" y="3043500"/>
            <a:ext cx="7658100" cy="1348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400"/>
              <a:buFont typeface="Arial"/>
              <a:buNone/>
            </a:pPr>
            <a:r>
              <a:rPr lang="en-US" sz="2100">
                <a:solidFill>
                  <a:srgbClr val="EFEFEF"/>
                </a:solidFill>
                <a:latin typeface="Poppins"/>
                <a:ea typeface="Poppins"/>
                <a:cs typeface="Poppins"/>
                <a:sym typeface="Poppins"/>
              </a:rPr>
              <a:t>Es la práctica integrada en la que trabaja el alumnado de todas las disciplinas a través de un proyecto real diseñado conjuntamente con un partner y desarrollado por los estudiantes durante las últimas semanas de formación en el Bootcamp.</a:t>
            </a:r>
            <a:endParaRPr b="0" i="0" sz="2100" u="none" cap="none" strike="noStrike">
              <a:solidFill>
                <a:srgbClr val="000000"/>
              </a:solidFill>
              <a:latin typeface="Poppins"/>
              <a:ea typeface="Poppins"/>
              <a:cs typeface="Poppins"/>
              <a:sym typeface="Poppins"/>
            </a:endParaRPr>
          </a:p>
        </p:txBody>
      </p:sp>
      <p:sp>
        <p:nvSpPr>
          <p:cNvPr id="107" name="Google Shape;107;p23"/>
          <p:cNvSpPr/>
          <p:nvPr/>
        </p:nvSpPr>
        <p:spPr>
          <a:xfrm>
            <a:off x="622037" y="1236639"/>
            <a:ext cx="843600" cy="824400"/>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08" name="Google Shape;108;p23"/>
          <p:cNvPicPr preferRelativeResize="0"/>
          <p:nvPr/>
        </p:nvPicPr>
        <p:blipFill rotWithShape="1">
          <a:blip r:embed="rId3">
            <a:alphaModFix/>
          </a:blip>
          <a:srcRect b="0" l="0" r="0" t="0"/>
          <a:stretch/>
        </p:blipFill>
        <p:spPr>
          <a:xfrm rot="5400000">
            <a:off x="1262107" y="234327"/>
            <a:ext cx="1611230" cy="1203996"/>
          </a:xfrm>
          <a:prstGeom prst="rect">
            <a:avLst/>
          </a:prstGeom>
          <a:noFill/>
          <a:ln>
            <a:noFill/>
          </a:ln>
        </p:spPr>
      </p:pic>
      <p:sp>
        <p:nvSpPr>
          <p:cNvPr id="109" name="Google Shape;109;p23"/>
          <p:cNvSpPr/>
          <p:nvPr/>
        </p:nvSpPr>
        <p:spPr>
          <a:xfrm>
            <a:off x="1043880" y="412154"/>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 name="Google Shape;110;p23"/>
          <p:cNvSpPr/>
          <p:nvPr/>
        </p:nvSpPr>
        <p:spPr>
          <a:xfrm>
            <a:off x="10734737" y="5428990"/>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11" name="Google Shape;111;p23"/>
          <p:cNvPicPr preferRelativeResize="0"/>
          <p:nvPr/>
        </p:nvPicPr>
        <p:blipFill rotWithShape="1">
          <a:blip r:embed="rId4">
            <a:alphaModFix/>
          </a:blip>
          <a:srcRect b="0" l="0" r="0" t="0"/>
          <a:stretch/>
        </p:blipFill>
        <p:spPr>
          <a:xfrm>
            <a:off x="10328100" y="5003800"/>
            <a:ext cx="1261901" cy="1272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115" name="Shape 115"/>
        <p:cNvGrpSpPr/>
        <p:nvPr/>
      </p:nvGrpSpPr>
      <p:grpSpPr>
        <a:xfrm>
          <a:off x="0" y="0"/>
          <a:ext cx="0" cy="0"/>
          <a:chOff x="0" y="0"/>
          <a:chExt cx="0" cy="0"/>
        </a:xfrm>
      </p:grpSpPr>
      <p:sp>
        <p:nvSpPr>
          <p:cNvPr id="116" name="Google Shape;116;p24"/>
          <p:cNvSpPr/>
          <p:nvPr/>
        </p:nvSpPr>
        <p:spPr>
          <a:xfrm>
            <a:off x="622038" y="0"/>
            <a:ext cx="10947900" cy="6253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p24"/>
          <p:cNvSpPr txBox="1"/>
          <p:nvPr/>
        </p:nvSpPr>
        <p:spPr>
          <a:xfrm>
            <a:off x="3086966" y="1945410"/>
            <a:ext cx="60180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dk1"/>
                </a:solidFill>
                <a:latin typeface="Poppins"/>
                <a:ea typeface="Poppins"/>
                <a:cs typeface="Poppins"/>
                <a:sym typeface="Poppins"/>
              </a:rPr>
              <a:t>¿Para qué?</a:t>
            </a:r>
            <a:endParaRPr b="0" i="0" sz="1400" u="none" cap="none" strike="noStrike">
              <a:solidFill>
                <a:schemeClr val="dk1"/>
              </a:solidFill>
              <a:latin typeface="Poppins"/>
              <a:ea typeface="Poppins"/>
              <a:cs typeface="Poppins"/>
              <a:sym typeface="Poppins"/>
            </a:endParaRPr>
          </a:p>
        </p:txBody>
      </p:sp>
      <p:sp>
        <p:nvSpPr>
          <p:cNvPr id="118" name="Google Shape;118;p24"/>
          <p:cNvSpPr txBox="1"/>
          <p:nvPr/>
        </p:nvSpPr>
        <p:spPr>
          <a:xfrm>
            <a:off x="1967350" y="3043500"/>
            <a:ext cx="7658100" cy="1348200"/>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1100"/>
              <a:buFont typeface="Arial"/>
              <a:buNone/>
            </a:pPr>
            <a:r>
              <a:rPr lang="en-US" sz="2100">
                <a:solidFill>
                  <a:srgbClr val="EFEFEF"/>
                </a:solidFill>
                <a:latin typeface="Poppins"/>
                <a:ea typeface="Poppins"/>
                <a:cs typeface="Poppins"/>
                <a:sym typeface="Poppins"/>
              </a:rPr>
              <a:t>Con esta práctica el alumnado se enfrenta al día a día de su futuro profesional trabajando de principio a fin en un proyecto en el que se involucran como miembros del departamento de una empresa o simulando el emprendimiento de un proyecto propio.</a:t>
            </a:r>
            <a:endParaRPr sz="2100">
              <a:solidFill>
                <a:srgbClr val="EFEFEF"/>
              </a:solidFill>
              <a:latin typeface="Poppins"/>
              <a:ea typeface="Poppins"/>
              <a:cs typeface="Poppins"/>
              <a:sym typeface="Poppins"/>
            </a:endParaRPr>
          </a:p>
        </p:txBody>
      </p:sp>
      <p:sp>
        <p:nvSpPr>
          <p:cNvPr id="119" name="Google Shape;119;p24"/>
          <p:cNvSpPr/>
          <p:nvPr/>
        </p:nvSpPr>
        <p:spPr>
          <a:xfrm>
            <a:off x="622037" y="1236639"/>
            <a:ext cx="843600" cy="824400"/>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20" name="Google Shape;120;p24"/>
          <p:cNvPicPr preferRelativeResize="0"/>
          <p:nvPr/>
        </p:nvPicPr>
        <p:blipFill rotWithShape="1">
          <a:blip r:embed="rId3">
            <a:alphaModFix/>
          </a:blip>
          <a:srcRect b="0" l="0" r="0" t="0"/>
          <a:stretch/>
        </p:blipFill>
        <p:spPr>
          <a:xfrm rot="5400000">
            <a:off x="1262107" y="234327"/>
            <a:ext cx="1611230" cy="1203996"/>
          </a:xfrm>
          <a:prstGeom prst="rect">
            <a:avLst/>
          </a:prstGeom>
          <a:noFill/>
          <a:ln>
            <a:noFill/>
          </a:ln>
        </p:spPr>
      </p:pic>
      <p:sp>
        <p:nvSpPr>
          <p:cNvPr id="121" name="Google Shape;121;p24"/>
          <p:cNvSpPr/>
          <p:nvPr/>
        </p:nvSpPr>
        <p:spPr>
          <a:xfrm>
            <a:off x="1043880" y="412154"/>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2" name="Google Shape;122;p24"/>
          <p:cNvSpPr/>
          <p:nvPr/>
        </p:nvSpPr>
        <p:spPr>
          <a:xfrm>
            <a:off x="10734737" y="5428990"/>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23" name="Google Shape;123;p24"/>
          <p:cNvPicPr preferRelativeResize="0"/>
          <p:nvPr/>
        </p:nvPicPr>
        <p:blipFill rotWithShape="1">
          <a:blip r:embed="rId4">
            <a:alphaModFix/>
          </a:blip>
          <a:srcRect b="0" l="0" r="0" t="0"/>
          <a:stretch/>
        </p:blipFill>
        <p:spPr>
          <a:xfrm>
            <a:off x="10328100" y="5003800"/>
            <a:ext cx="1261901" cy="1272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127" name="Shape 127"/>
        <p:cNvGrpSpPr/>
        <p:nvPr/>
      </p:nvGrpSpPr>
      <p:grpSpPr>
        <a:xfrm>
          <a:off x="0" y="0"/>
          <a:ext cx="0" cy="0"/>
          <a:chOff x="0" y="0"/>
          <a:chExt cx="0" cy="0"/>
        </a:xfrm>
      </p:grpSpPr>
      <p:sp>
        <p:nvSpPr>
          <p:cNvPr id="128" name="Google Shape;128;p25"/>
          <p:cNvSpPr/>
          <p:nvPr/>
        </p:nvSpPr>
        <p:spPr>
          <a:xfrm>
            <a:off x="622038" y="0"/>
            <a:ext cx="10947900" cy="62535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 name="Google Shape;129;p25"/>
          <p:cNvSpPr txBox="1"/>
          <p:nvPr/>
        </p:nvSpPr>
        <p:spPr>
          <a:xfrm>
            <a:off x="3458641" y="543985"/>
            <a:ext cx="6018000" cy="584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lang="en-US" sz="3200">
                <a:solidFill>
                  <a:schemeClr val="dk1"/>
                </a:solidFill>
                <a:latin typeface="Poppins"/>
                <a:ea typeface="Poppins"/>
                <a:cs typeface="Poppins"/>
                <a:sym typeface="Poppins"/>
              </a:rPr>
              <a:t>¿Qué conseguimos?</a:t>
            </a:r>
            <a:endParaRPr b="0" i="0" sz="1400" u="none" cap="none" strike="noStrike">
              <a:solidFill>
                <a:schemeClr val="dk1"/>
              </a:solidFill>
              <a:latin typeface="Poppins"/>
              <a:ea typeface="Poppins"/>
              <a:cs typeface="Poppins"/>
              <a:sym typeface="Poppins"/>
            </a:endParaRPr>
          </a:p>
        </p:txBody>
      </p:sp>
      <p:sp>
        <p:nvSpPr>
          <p:cNvPr id="130" name="Google Shape;130;p25"/>
          <p:cNvSpPr/>
          <p:nvPr/>
        </p:nvSpPr>
        <p:spPr>
          <a:xfrm>
            <a:off x="622037" y="1236639"/>
            <a:ext cx="843600" cy="824400"/>
          </a:xfrm>
          <a:prstGeom prst="corner">
            <a:avLst>
              <a:gd fmla="val 50000" name="adj1"/>
              <a:gd fmla="val 5000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31" name="Google Shape;131;p25"/>
          <p:cNvPicPr preferRelativeResize="0"/>
          <p:nvPr/>
        </p:nvPicPr>
        <p:blipFill rotWithShape="1">
          <a:blip r:embed="rId3">
            <a:alphaModFix/>
          </a:blip>
          <a:srcRect b="0" l="0" r="0" t="0"/>
          <a:stretch/>
        </p:blipFill>
        <p:spPr>
          <a:xfrm rot="5400000">
            <a:off x="1262107" y="234327"/>
            <a:ext cx="1611230" cy="1203996"/>
          </a:xfrm>
          <a:prstGeom prst="rect">
            <a:avLst/>
          </a:prstGeom>
          <a:noFill/>
          <a:ln>
            <a:noFill/>
          </a:ln>
        </p:spPr>
      </p:pic>
      <p:sp>
        <p:nvSpPr>
          <p:cNvPr id="132" name="Google Shape;132;p25"/>
          <p:cNvSpPr/>
          <p:nvPr/>
        </p:nvSpPr>
        <p:spPr>
          <a:xfrm>
            <a:off x="1043880" y="412154"/>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3" name="Google Shape;133;p25"/>
          <p:cNvSpPr/>
          <p:nvPr/>
        </p:nvSpPr>
        <p:spPr>
          <a:xfrm>
            <a:off x="10734737" y="5428990"/>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34" name="Google Shape;134;p25"/>
          <p:cNvPicPr preferRelativeResize="0"/>
          <p:nvPr/>
        </p:nvPicPr>
        <p:blipFill rotWithShape="1">
          <a:blip r:embed="rId4">
            <a:alphaModFix/>
          </a:blip>
          <a:srcRect b="0" l="0" r="0" t="0"/>
          <a:stretch/>
        </p:blipFill>
        <p:spPr>
          <a:xfrm>
            <a:off x="10328100" y="5003800"/>
            <a:ext cx="1261901" cy="1272875"/>
          </a:xfrm>
          <a:prstGeom prst="rect">
            <a:avLst/>
          </a:prstGeom>
          <a:noFill/>
          <a:ln>
            <a:noFill/>
          </a:ln>
        </p:spPr>
      </p:pic>
      <p:pic>
        <p:nvPicPr>
          <p:cNvPr id="135" name="Google Shape;135;p25"/>
          <p:cNvPicPr preferRelativeResize="0"/>
          <p:nvPr/>
        </p:nvPicPr>
        <p:blipFill rotWithShape="1">
          <a:blip r:embed="rId5">
            <a:alphaModFix/>
          </a:blip>
          <a:srcRect b="0" l="0" r="41752" t="0"/>
          <a:stretch/>
        </p:blipFill>
        <p:spPr>
          <a:xfrm>
            <a:off x="1943975" y="1236650"/>
            <a:ext cx="8932243" cy="2207487"/>
          </a:xfrm>
          <a:prstGeom prst="rect">
            <a:avLst/>
          </a:prstGeom>
          <a:noFill/>
          <a:ln>
            <a:noFill/>
          </a:ln>
        </p:spPr>
      </p:pic>
      <p:pic>
        <p:nvPicPr>
          <p:cNvPr id="136" name="Google Shape;136;p25"/>
          <p:cNvPicPr preferRelativeResize="0"/>
          <p:nvPr/>
        </p:nvPicPr>
        <p:blipFill rotWithShape="1">
          <a:blip r:embed="rId5">
            <a:alphaModFix/>
          </a:blip>
          <a:srcRect b="0" l="62359" r="0" t="0"/>
          <a:stretch/>
        </p:blipFill>
        <p:spPr>
          <a:xfrm>
            <a:off x="3037240" y="3797039"/>
            <a:ext cx="5907317" cy="225918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6"/>
          <p:cNvSpPr/>
          <p:nvPr/>
        </p:nvSpPr>
        <p:spPr>
          <a:xfrm>
            <a:off x="4531360" y="6606283"/>
            <a:ext cx="5835300" cy="2619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26"/>
          <p:cNvSpPr/>
          <p:nvPr/>
        </p:nvSpPr>
        <p:spPr>
          <a:xfrm>
            <a:off x="10366624" y="6606283"/>
            <a:ext cx="1835700" cy="261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4" name="Google Shape;144;p26"/>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Desafío de Tripulaciones</a:t>
            </a:r>
            <a:endParaRPr b="1" i="0" sz="2000" u="none" cap="none" strike="noStrike">
              <a:solidFill>
                <a:schemeClr val="dk1"/>
              </a:solidFill>
              <a:latin typeface="Poppins"/>
              <a:ea typeface="Poppins"/>
              <a:cs typeface="Poppins"/>
              <a:sym typeface="Poppins"/>
            </a:endParaRPr>
          </a:p>
        </p:txBody>
      </p:sp>
      <p:pic>
        <p:nvPicPr>
          <p:cNvPr id="145" name="Google Shape;145;p26"/>
          <p:cNvPicPr preferRelativeResize="0"/>
          <p:nvPr/>
        </p:nvPicPr>
        <p:blipFill rotWithShape="1">
          <a:blip r:embed="rId3">
            <a:alphaModFix/>
          </a:blip>
          <a:srcRect b="0" l="0" r="0" t="0"/>
          <a:stretch/>
        </p:blipFill>
        <p:spPr>
          <a:xfrm>
            <a:off x="4540423" y="863075"/>
            <a:ext cx="3111153" cy="5131797"/>
          </a:xfrm>
          <a:prstGeom prst="rect">
            <a:avLst/>
          </a:prstGeom>
          <a:noFill/>
          <a:ln>
            <a:noFill/>
          </a:ln>
        </p:spPr>
      </p:pic>
      <p:sp>
        <p:nvSpPr>
          <p:cNvPr id="146" name="Google Shape;146;p26"/>
          <p:cNvSpPr/>
          <p:nvPr/>
        </p:nvSpPr>
        <p:spPr>
          <a:xfrm>
            <a:off x="4531360" y="4980215"/>
            <a:ext cx="3129300" cy="10146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p26"/>
          <p:cNvSpPr/>
          <p:nvPr/>
        </p:nvSpPr>
        <p:spPr>
          <a:xfrm>
            <a:off x="4141339" y="4558531"/>
            <a:ext cx="843600" cy="824400"/>
          </a:xfrm>
          <a:prstGeom prst="corner">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8" name="Google Shape;148;p26"/>
          <p:cNvSpPr txBox="1"/>
          <p:nvPr/>
        </p:nvSpPr>
        <p:spPr>
          <a:xfrm>
            <a:off x="622041" y="1134163"/>
            <a:ext cx="32874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Habilidades</a:t>
            </a:r>
            <a:endParaRPr b="1" i="0" sz="2800" u="none" cap="none" strike="noStrike">
              <a:solidFill>
                <a:schemeClr val="dk1"/>
              </a:solidFill>
              <a:latin typeface="Poppins"/>
              <a:ea typeface="Poppins"/>
              <a:cs typeface="Poppins"/>
              <a:sym typeface="Poppins"/>
            </a:endParaRPr>
          </a:p>
        </p:txBody>
      </p:sp>
      <p:sp>
        <p:nvSpPr>
          <p:cNvPr id="149" name="Google Shape;149;p26"/>
          <p:cNvSpPr txBox="1"/>
          <p:nvPr/>
        </p:nvSpPr>
        <p:spPr>
          <a:xfrm>
            <a:off x="622040" y="1854526"/>
            <a:ext cx="3287400" cy="3148800"/>
          </a:xfrm>
          <a:prstGeom prst="rect">
            <a:avLst/>
          </a:prstGeom>
          <a:noFill/>
          <a:ln>
            <a:noFill/>
          </a:ln>
        </p:spPr>
        <p:txBody>
          <a:bodyPr anchorCtr="0" anchor="t" bIns="45700" lIns="91425" spcFirstLastPara="1" rIns="91425" wrap="square" tIns="45700">
            <a:noAutofit/>
          </a:bodyPr>
          <a:lstStyle/>
          <a:p>
            <a:pPr indent="0" lvl="0" marL="0" rtl="0" algn="just">
              <a:lnSpc>
                <a:spcPct val="13875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rtl="0" algn="l">
              <a:lnSpc>
                <a:spcPct val="138750"/>
              </a:lnSpc>
              <a:spcBef>
                <a:spcPts val="0"/>
              </a:spcBef>
              <a:spcAft>
                <a:spcPts val="0"/>
              </a:spcAft>
              <a:buClr>
                <a:schemeClr val="dk1"/>
              </a:buClr>
              <a:buSzPts val="1100"/>
              <a:buFont typeface="Arial"/>
              <a:buNone/>
            </a:pPr>
            <a:r>
              <a:rPr b="1" lang="en-US" sz="1800">
                <a:solidFill>
                  <a:schemeClr val="dk1"/>
                </a:solidFill>
                <a:latin typeface="Poppins"/>
                <a:ea typeface="Poppins"/>
                <a:cs typeface="Poppins"/>
                <a:sym typeface="Poppins"/>
              </a:rPr>
              <a:t>Abordarás problemas más complejos</a:t>
            </a:r>
            <a:r>
              <a:rPr lang="en-US" sz="1800">
                <a:solidFill>
                  <a:schemeClr val="dk1"/>
                </a:solidFill>
                <a:latin typeface="Poppins"/>
                <a:ea typeface="Poppins"/>
                <a:cs typeface="Poppins"/>
                <a:sym typeface="Poppins"/>
              </a:rPr>
              <a:t> que en los proyectos individuales o de un solo vertical.</a:t>
            </a:r>
            <a:endParaRPr sz="1800">
              <a:solidFill>
                <a:schemeClr val="dk1"/>
              </a:solidFill>
              <a:latin typeface="Poppins"/>
              <a:ea typeface="Poppins"/>
              <a:cs typeface="Poppins"/>
              <a:sym typeface="Poppins"/>
            </a:endParaRPr>
          </a:p>
          <a:p>
            <a:pPr indent="0" lvl="0" marL="0" rtl="0" algn="l">
              <a:lnSpc>
                <a:spcPct val="13875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38750"/>
              </a:lnSpc>
              <a:spcBef>
                <a:spcPts val="0"/>
              </a:spcBef>
              <a:spcAft>
                <a:spcPts val="0"/>
              </a:spcAft>
              <a:buClr>
                <a:schemeClr val="dk1"/>
              </a:buClr>
              <a:buSzPts val="1100"/>
              <a:buFont typeface="Arial"/>
              <a:buNone/>
            </a:pPr>
            <a:r>
              <a:rPr b="1" lang="en-US" sz="1800">
                <a:solidFill>
                  <a:schemeClr val="dk1"/>
                </a:solidFill>
                <a:latin typeface="Poppins"/>
                <a:ea typeface="Poppins"/>
                <a:cs typeface="Poppins"/>
                <a:sym typeface="Poppins"/>
              </a:rPr>
              <a:t>Entrenarás en una situación de trabajo realista</a:t>
            </a:r>
            <a:r>
              <a:rPr lang="en-US" sz="1800">
                <a:solidFill>
                  <a:schemeClr val="dk1"/>
                </a:solidFill>
                <a:latin typeface="Poppins"/>
                <a:ea typeface="Poppins"/>
                <a:cs typeface="Poppins"/>
                <a:sym typeface="Poppins"/>
              </a:rPr>
              <a:t> con equipos multidisciplinares</a:t>
            </a:r>
            <a:endParaRPr sz="1800">
              <a:solidFill>
                <a:schemeClr val="dk1"/>
              </a:solidFill>
              <a:latin typeface="Poppins"/>
              <a:ea typeface="Poppins"/>
              <a:cs typeface="Poppins"/>
              <a:sym typeface="Poppins"/>
            </a:endParaRPr>
          </a:p>
          <a:p>
            <a:pPr indent="0" lvl="0" marL="0" rtl="0" algn="just">
              <a:lnSpc>
                <a:spcPct val="13875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rtl="0" algn="just">
              <a:lnSpc>
                <a:spcPct val="138750"/>
              </a:lnSpc>
              <a:spcBef>
                <a:spcPts val="0"/>
              </a:spcBef>
              <a:spcAft>
                <a:spcPts val="0"/>
              </a:spcAft>
              <a:buClr>
                <a:schemeClr val="dk1"/>
              </a:buClr>
              <a:buSzPts val="1100"/>
              <a:buFont typeface="Arial"/>
              <a:buNone/>
            </a:pPr>
            <a:r>
              <a:t/>
            </a:r>
            <a:endParaRPr sz="1600">
              <a:solidFill>
                <a:schemeClr val="dk1"/>
              </a:solidFill>
              <a:latin typeface="Poppins"/>
              <a:ea typeface="Poppins"/>
              <a:cs typeface="Poppins"/>
              <a:sym typeface="Poppins"/>
            </a:endParaRPr>
          </a:p>
          <a:p>
            <a:pPr indent="0" lvl="0" marL="0" marR="0" rtl="0" algn="just">
              <a:lnSpc>
                <a:spcPct val="138750"/>
              </a:lnSpc>
              <a:spcBef>
                <a:spcPts val="0"/>
              </a:spcBef>
              <a:spcAft>
                <a:spcPts val="0"/>
              </a:spcAft>
              <a:buClr>
                <a:srgbClr val="000000"/>
              </a:buClr>
              <a:buSzPts val="1600"/>
              <a:buFont typeface="Arial"/>
              <a:buNone/>
            </a:pPr>
            <a:r>
              <a:t/>
            </a:r>
            <a:endParaRPr sz="1600">
              <a:solidFill>
                <a:schemeClr val="dk1"/>
              </a:solidFill>
              <a:latin typeface="Poppins"/>
              <a:ea typeface="Poppins"/>
              <a:cs typeface="Poppins"/>
              <a:sym typeface="Poppins"/>
            </a:endParaRPr>
          </a:p>
        </p:txBody>
      </p:sp>
      <p:sp>
        <p:nvSpPr>
          <p:cNvPr id="150" name="Google Shape;150;p26"/>
          <p:cNvSpPr txBox="1"/>
          <p:nvPr/>
        </p:nvSpPr>
        <p:spPr>
          <a:xfrm>
            <a:off x="8264400" y="1854525"/>
            <a:ext cx="3287400" cy="3528600"/>
          </a:xfrm>
          <a:prstGeom prst="rect">
            <a:avLst/>
          </a:prstGeom>
          <a:noFill/>
          <a:ln>
            <a:noFill/>
          </a:ln>
        </p:spPr>
        <p:txBody>
          <a:bodyPr anchorCtr="0" anchor="t" bIns="45700" lIns="91425" spcFirstLastPara="1" rIns="91425" wrap="square" tIns="45700">
            <a:noAutofit/>
          </a:bodyPr>
          <a:lstStyle/>
          <a:p>
            <a:pPr indent="0" lvl="0" marL="0" rtl="0" algn="l">
              <a:lnSpc>
                <a:spcPct val="138750"/>
              </a:lnSpc>
              <a:spcBef>
                <a:spcPts val="0"/>
              </a:spcBef>
              <a:spcAft>
                <a:spcPts val="0"/>
              </a:spcAft>
              <a:buClr>
                <a:schemeClr val="dk1"/>
              </a:buClr>
              <a:buSzPts val="1100"/>
              <a:buFont typeface="Arial"/>
              <a:buNone/>
            </a:pPr>
            <a:r>
              <a:rPr b="1" lang="en-US" sz="1800">
                <a:solidFill>
                  <a:schemeClr val="dk1"/>
                </a:solidFill>
                <a:latin typeface="Poppins"/>
                <a:ea typeface="Poppins"/>
                <a:cs typeface="Poppins"/>
                <a:sym typeface="Poppins"/>
              </a:rPr>
              <a:t>Trabajarás de forma ágil,</a:t>
            </a:r>
            <a:r>
              <a:rPr lang="en-US" sz="1800">
                <a:solidFill>
                  <a:schemeClr val="dk1"/>
                </a:solidFill>
                <a:latin typeface="Poppins"/>
                <a:ea typeface="Poppins"/>
                <a:cs typeface="Poppins"/>
                <a:sym typeface="Poppins"/>
              </a:rPr>
              <a:t> desarrollando los alumnos ese tipo de capacidades y aprendiendo las metodologías.</a:t>
            </a:r>
            <a:endParaRPr sz="1800">
              <a:solidFill>
                <a:schemeClr val="dk1"/>
              </a:solidFill>
              <a:latin typeface="Poppins"/>
              <a:ea typeface="Poppins"/>
              <a:cs typeface="Poppins"/>
              <a:sym typeface="Poppins"/>
            </a:endParaRPr>
          </a:p>
          <a:p>
            <a:pPr indent="0" lvl="0" marL="0" rtl="0" algn="l">
              <a:lnSpc>
                <a:spcPct val="13875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38750"/>
              </a:lnSpc>
              <a:spcBef>
                <a:spcPts val="0"/>
              </a:spcBef>
              <a:spcAft>
                <a:spcPts val="0"/>
              </a:spcAft>
              <a:buClr>
                <a:schemeClr val="dk1"/>
              </a:buClr>
              <a:buSzPts val="1100"/>
              <a:buFont typeface="Arial"/>
              <a:buNone/>
            </a:pPr>
            <a:r>
              <a:rPr b="1" lang="en-US" sz="1800">
                <a:solidFill>
                  <a:schemeClr val="dk1"/>
                </a:solidFill>
                <a:latin typeface="Poppins"/>
                <a:ea typeface="Poppins"/>
                <a:cs typeface="Poppins"/>
                <a:sym typeface="Poppins"/>
              </a:rPr>
              <a:t>Desarrollarás un proyecto bajo la presión</a:t>
            </a:r>
            <a:r>
              <a:rPr lang="en-US" sz="1800">
                <a:solidFill>
                  <a:schemeClr val="dk1"/>
                </a:solidFill>
                <a:latin typeface="Poppins"/>
                <a:ea typeface="Poppins"/>
                <a:cs typeface="Poppins"/>
                <a:sym typeface="Poppins"/>
              </a:rPr>
              <a:t> de los deadlines y la presentación del proyecto ante un jurado.</a:t>
            </a:r>
            <a:endParaRPr sz="1800">
              <a:solidFill>
                <a:schemeClr val="dk1"/>
              </a:solidFill>
              <a:latin typeface="Poppins"/>
              <a:ea typeface="Poppins"/>
              <a:cs typeface="Poppins"/>
              <a:sym typeface="Poppins"/>
            </a:endParaRPr>
          </a:p>
          <a:p>
            <a:pPr indent="0" lvl="0" marL="0" marR="0" rtl="0" algn="just">
              <a:lnSpc>
                <a:spcPct val="138750"/>
              </a:lnSpc>
              <a:spcBef>
                <a:spcPts val="0"/>
              </a:spcBef>
              <a:spcAft>
                <a:spcPts val="0"/>
              </a:spcAft>
              <a:buClr>
                <a:srgbClr val="000000"/>
              </a:buClr>
              <a:buSzPts val="1600"/>
              <a:buFont typeface="Arial"/>
              <a:buNone/>
            </a:pPr>
            <a:r>
              <a:t/>
            </a:r>
            <a:endParaRPr sz="1600">
              <a:solidFill>
                <a:schemeClr val="dk1"/>
              </a:solidFill>
              <a:latin typeface="Poppins"/>
              <a:ea typeface="Poppins"/>
              <a:cs typeface="Poppins"/>
              <a:sym typeface="Poppins"/>
            </a:endParaRPr>
          </a:p>
        </p:txBody>
      </p:sp>
      <p:pic>
        <p:nvPicPr>
          <p:cNvPr id="151" name="Google Shape;151;p26">
            <a:hlinkClick r:id="rId4"/>
          </p:cNvPr>
          <p:cNvPicPr preferRelativeResize="0"/>
          <p:nvPr/>
        </p:nvPicPr>
        <p:blipFill rotWithShape="1">
          <a:blip r:embed="rId5">
            <a:alphaModFix/>
          </a:blip>
          <a:srcRect b="12311" l="0" r="0" t="4729"/>
          <a:stretch/>
        </p:blipFill>
        <p:spPr>
          <a:xfrm>
            <a:off x="3113270" y="16078"/>
            <a:ext cx="1168920" cy="519840"/>
          </a:xfrm>
          <a:prstGeom prst="rect">
            <a:avLst/>
          </a:prstGeom>
          <a:noFill/>
          <a:ln>
            <a:noFill/>
          </a:ln>
        </p:spPr>
      </p:pic>
      <p:pic>
        <p:nvPicPr>
          <p:cNvPr id="152" name="Google Shape;152;p26"/>
          <p:cNvPicPr preferRelativeResize="0"/>
          <p:nvPr/>
        </p:nvPicPr>
        <p:blipFill>
          <a:blip r:embed="rId6">
            <a:alphaModFix/>
          </a:blip>
          <a:stretch>
            <a:fillRect/>
          </a:stretch>
        </p:blipFill>
        <p:spPr>
          <a:xfrm>
            <a:off x="199200" y="-35385"/>
            <a:ext cx="2835583" cy="622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7"/>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158" name="Google Shape;158;p27"/>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9" name="Google Shape;159;p27"/>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El Desafío</a:t>
            </a:r>
            <a:endParaRPr b="1" i="0" sz="4000" u="none" cap="none" strike="noStrike">
              <a:solidFill>
                <a:schemeClr val="lt1"/>
              </a:solidFill>
              <a:latin typeface="Poppins"/>
              <a:ea typeface="Poppins"/>
              <a:cs typeface="Poppins"/>
              <a:sym typeface="Poppins"/>
            </a:endParaRPr>
          </a:p>
        </p:txBody>
      </p:sp>
      <p:sp>
        <p:nvSpPr>
          <p:cNvPr id="160" name="Google Shape;160;p27"/>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sp>
        <p:nvSpPr>
          <p:cNvPr id="165" name="Google Shape;165;p28"/>
          <p:cNvSpPr/>
          <p:nvPr/>
        </p:nvSpPr>
        <p:spPr>
          <a:xfrm>
            <a:off x="6818300" y="1141600"/>
            <a:ext cx="4908900" cy="41373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28"/>
          <p:cNvSpPr txBox="1"/>
          <p:nvPr/>
        </p:nvSpPr>
        <p:spPr>
          <a:xfrm>
            <a:off x="7183375" y="1822475"/>
            <a:ext cx="4347600" cy="3057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2800">
                <a:solidFill>
                  <a:schemeClr val="lt1"/>
                </a:solidFill>
                <a:latin typeface="Poppins"/>
                <a:ea typeface="Poppins"/>
                <a:cs typeface="Poppins"/>
                <a:sym typeface="Poppins"/>
              </a:rPr>
              <a:t>Creación de una aplicación para la organización y gestión de eventos, con agentes para automatizar tareas.</a:t>
            </a:r>
            <a:endParaRPr b="1" sz="2800">
              <a:solidFill>
                <a:schemeClr val="lt1"/>
              </a:solidFill>
              <a:latin typeface="Poppins"/>
              <a:ea typeface="Poppins"/>
              <a:cs typeface="Poppins"/>
              <a:sym typeface="Poppins"/>
            </a:endParaRPr>
          </a:p>
        </p:txBody>
      </p:sp>
      <p:pic>
        <p:nvPicPr>
          <p:cNvPr id="167" name="Google Shape;167;p28" title="logo_2020_eventosboutique (1) (1).png"/>
          <p:cNvPicPr preferRelativeResize="0"/>
          <p:nvPr/>
        </p:nvPicPr>
        <p:blipFill>
          <a:blip r:embed="rId4">
            <a:alphaModFix/>
          </a:blip>
          <a:stretch>
            <a:fillRect/>
          </a:stretch>
        </p:blipFill>
        <p:spPr>
          <a:xfrm>
            <a:off x="752444" y="921519"/>
            <a:ext cx="5762224" cy="1187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Desafío de Tripulaciones</a:t>
            </a:r>
            <a:endParaRPr b="1" i="0" sz="2000" u="none" cap="none" strike="noStrike">
              <a:solidFill>
                <a:schemeClr val="dk1"/>
              </a:solidFill>
              <a:latin typeface="Poppins"/>
              <a:ea typeface="Poppins"/>
              <a:cs typeface="Poppins"/>
              <a:sym typeface="Poppins"/>
            </a:endParaRPr>
          </a:p>
        </p:txBody>
      </p:sp>
      <p:sp>
        <p:nvSpPr>
          <p:cNvPr id="173" name="Google Shape;173;p29"/>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4" name="Google Shape;174;p29">
            <a:hlinkClick r:id="rId3"/>
          </p:cNvPr>
          <p:cNvPicPr preferRelativeResize="0"/>
          <p:nvPr/>
        </p:nvPicPr>
        <p:blipFill rotWithShape="1">
          <a:blip r:embed="rId4">
            <a:alphaModFix/>
          </a:blip>
          <a:srcRect b="12311" l="0" r="0" t="4729"/>
          <a:stretch/>
        </p:blipFill>
        <p:spPr>
          <a:xfrm>
            <a:off x="3113270" y="16078"/>
            <a:ext cx="1168920" cy="519840"/>
          </a:xfrm>
          <a:prstGeom prst="rect">
            <a:avLst/>
          </a:prstGeom>
          <a:noFill/>
          <a:ln>
            <a:noFill/>
          </a:ln>
        </p:spPr>
      </p:pic>
      <p:pic>
        <p:nvPicPr>
          <p:cNvPr id="175" name="Google Shape;175;p29"/>
          <p:cNvPicPr preferRelativeResize="0"/>
          <p:nvPr/>
        </p:nvPicPr>
        <p:blipFill>
          <a:blip r:embed="rId5">
            <a:alphaModFix/>
          </a:blip>
          <a:stretch>
            <a:fillRect/>
          </a:stretch>
        </p:blipFill>
        <p:spPr>
          <a:xfrm>
            <a:off x="199200" y="-35385"/>
            <a:ext cx="2835583" cy="622750"/>
          </a:xfrm>
          <a:prstGeom prst="rect">
            <a:avLst/>
          </a:prstGeom>
          <a:noFill/>
          <a:ln>
            <a:noFill/>
          </a:ln>
        </p:spPr>
      </p:pic>
      <p:sp>
        <p:nvSpPr>
          <p:cNvPr id="176" name="Google Shape;176;p29"/>
          <p:cNvSpPr txBox="1"/>
          <p:nvPr/>
        </p:nvSpPr>
        <p:spPr>
          <a:xfrm>
            <a:off x="578550" y="2591725"/>
            <a:ext cx="7412700" cy="25728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en-US" sz="1600">
                <a:solidFill>
                  <a:schemeClr val="dk1"/>
                </a:solidFill>
                <a:latin typeface="Poppins"/>
                <a:ea typeface="Poppins"/>
                <a:cs typeface="Poppins"/>
                <a:sym typeface="Poppins"/>
              </a:rPr>
              <a:t>Creación de una plataforma centralizada para la gestión integral de eventos. El sistema ofrecerá un panel de control global para visualizar el histórico y cronograma de eventos, así como lanzar nuevos proyectos. La plataforma funcionará como el "centro de operaciones" del evento, integrando la reserva de espacios, la coordinación de la producción (catering y necesidades técnicas), la logística de los ponentes (viajes y hoteles) y el control de la escaleta. Para garantizar la seguridad y operatividad, contará con un sistema de control de acceso basado en roles, ofreciendo interfaces adaptadas a organizadores, empleados, ponentes y equipo de apoyo, optimizando así la asignación de tareas y la comunicación.</a:t>
            </a:r>
            <a:endParaRPr sz="1600">
              <a:solidFill>
                <a:schemeClr val="dk1"/>
              </a:solidFill>
              <a:latin typeface="Poppins"/>
              <a:ea typeface="Poppins"/>
              <a:cs typeface="Poppins"/>
              <a:sym typeface="Poppins"/>
            </a:endParaRPr>
          </a:p>
          <a:p>
            <a:pPr indent="0" lvl="0" marL="457200" rtl="0" algn="l">
              <a:lnSpc>
                <a:spcPct val="150000"/>
              </a:lnSpc>
              <a:spcBef>
                <a:spcPts val="0"/>
              </a:spcBef>
              <a:spcAft>
                <a:spcPts val="0"/>
              </a:spcAft>
              <a:buNone/>
            </a:pPr>
            <a:r>
              <a:t/>
            </a:r>
            <a:endParaRPr sz="16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1100">
              <a:solidFill>
                <a:schemeClr val="dk1"/>
              </a:solidFill>
              <a:latin typeface="Poppins"/>
              <a:ea typeface="Poppins"/>
              <a:cs typeface="Poppins"/>
              <a:sym typeface="Poppins"/>
            </a:endParaRPr>
          </a:p>
        </p:txBody>
      </p:sp>
      <p:sp>
        <p:nvSpPr>
          <p:cNvPr id="177" name="Google Shape;177;p29"/>
          <p:cNvSpPr txBox="1"/>
          <p:nvPr/>
        </p:nvSpPr>
        <p:spPr>
          <a:xfrm>
            <a:off x="685200" y="1490100"/>
            <a:ext cx="7199400" cy="59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Parte 1: Plataforma para la gestión de eventos </a:t>
            </a:r>
            <a:endParaRPr b="1" i="0" sz="2800" u="none" cap="none" strike="noStrike">
              <a:solidFill>
                <a:schemeClr val="dk1"/>
              </a:solidFill>
              <a:latin typeface="Poppins"/>
              <a:ea typeface="Poppins"/>
              <a:cs typeface="Poppins"/>
              <a:sym typeface="Poppins"/>
            </a:endParaRPr>
          </a:p>
        </p:txBody>
      </p:sp>
      <p:pic>
        <p:nvPicPr>
          <p:cNvPr id="178" name="Google Shape;178;p29" title="logo_2020_eventosboutique.png"/>
          <p:cNvPicPr preferRelativeResize="0"/>
          <p:nvPr/>
        </p:nvPicPr>
        <p:blipFill>
          <a:blip r:embed="rId6">
            <a:alphaModFix/>
          </a:blip>
          <a:stretch>
            <a:fillRect/>
          </a:stretch>
        </p:blipFill>
        <p:spPr>
          <a:xfrm>
            <a:off x="8896602" y="1651997"/>
            <a:ext cx="2522912" cy="519850"/>
          </a:xfrm>
          <a:prstGeom prst="rect">
            <a:avLst/>
          </a:prstGeom>
          <a:noFill/>
          <a:ln>
            <a:noFill/>
          </a:ln>
        </p:spPr>
      </p:pic>
      <p:pic>
        <p:nvPicPr>
          <p:cNvPr descr="Crea una imagen de una Plataforma para la gestión de eventos. Creación de una plataforma como solución integrada para la gestión de eventos. En la misma debe aparecer un listado de eventos planificados en el tiempo y la posibilidad de crear nuevos. Debe estar recogido todo lo importante para evento: Lugares donde se celebra (tipo de local o espacio, ubicación, etc…), lo relacionado con la producción (catering, necesidades técnicas, compras, etc…), ponentes (logística, hoteles, etc…), contenidos (escaleta), empleados y responsables de tareas. Con diferentes accesos para organizadores, staff, ponentes u otros perfiles.&#10;&#10;" id="179" name="Google Shape;179;p29"/>
          <p:cNvPicPr preferRelativeResize="0"/>
          <p:nvPr/>
        </p:nvPicPr>
        <p:blipFill rotWithShape="1">
          <a:blip r:embed="rId7">
            <a:alphaModFix/>
          </a:blip>
          <a:srcRect b="0" l="0" r="0" t="13867"/>
          <a:stretch/>
        </p:blipFill>
        <p:spPr>
          <a:xfrm>
            <a:off x="8434328" y="2836675"/>
            <a:ext cx="3447471" cy="2969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Desafío de Tripulaciones</a:t>
            </a:r>
            <a:endParaRPr b="1" i="0" sz="2000" u="none" cap="none" strike="noStrike">
              <a:solidFill>
                <a:schemeClr val="dk1"/>
              </a:solidFill>
              <a:latin typeface="Poppins"/>
              <a:ea typeface="Poppins"/>
              <a:cs typeface="Poppins"/>
              <a:sym typeface="Poppins"/>
            </a:endParaRPr>
          </a:p>
        </p:txBody>
      </p:sp>
      <p:sp>
        <p:nvSpPr>
          <p:cNvPr id="185" name="Google Shape;185;p30"/>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6" name="Google Shape;186;p30">
            <a:hlinkClick r:id="rId3"/>
          </p:cNvPr>
          <p:cNvPicPr preferRelativeResize="0"/>
          <p:nvPr/>
        </p:nvPicPr>
        <p:blipFill rotWithShape="1">
          <a:blip r:embed="rId4">
            <a:alphaModFix/>
          </a:blip>
          <a:srcRect b="12311" l="0" r="0" t="4729"/>
          <a:stretch/>
        </p:blipFill>
        <p:spPr>
          <a:xfrm>
            <a:off x="3113270" y="16078"/>
            <a:ext cx="1168920" cy="519840"/>
          </a:xfrm>
          <a:prstGeom prst="rect">
            <a:avLst/>
          </a:prstGeom>
          <a:noFill/>
          <a:ln>
            <a:noFill/>
          </a:ln>
        </p:spPr>
      </p:pic>
      <p:pic>
        <p:nvPicPr>
          <p:cNvPr id="187" name="Google Shape;187;p30"/>
          <p:cNvPicPr preferRelativeResize="0"/>
          <p:nvPr/>
        </p:nvPicPr>
        <p:blipFill>
          <a:blip r:embed="rId5">
            <a:alphaModFix/>
          </a:blip>
          <a:stretch>
            <a:fillRect/>
          </a:stretch>
        </p:blipFill>
        <p:spPr>
          <a:xfrm>
            <a:off x="199200" y="-35385"/>
            <a:ext cx="2835583" cy="622750"/>
          </a:xfrm>
          <a:prstGeom prst="rect">
            <a:avLst/>
          </a:prstGeom>
          <a:noFill/>
          <a:ln>
            <a:noFill/>
          </a:ln>
        </p:spPr>
      </p:pic>
      <p:sp>
        <p:nvSpPr>
          <p:cNvPr id="188" name="Google Shape;188;p30"/>
          <p:cNvSpPr txBox="1"/>
          <p:nvPr/>
        </p:nvSpPr>
        <p:spPr>
          <a:xfrm>
            <a:off x="353425" y="2836675"/>
            <a:ext cx="8120100" cy="37335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b="1" sz="1800">
              <a:solidFill>
                <a:schemeClr val="dk1"/>
              </a:solidFill>
              <a:latin typeface="Poppins"/>
              <a:ea typeface="Poppins"/>
              <a:cs typeface="Poppins"/>
              <a:sym typeface="Poppins"/>
            </a:endParaRPr>
          </a:p>
          <a:p>
            <a:pPr indent="0" lvl="0" marL="457200" rtl="0" algn="l">
              <a:lnSpc>
                <a:spcPct val="150000"/>
              </a:lnSpc>
              <a:spcBef>
                <a:spcPts val="0"/>
              </a:spcBef>
              <a:spcAft>
                <a:spcPts val="0"/>
              </a:spcAft>
              <a:buClr>
                <a:schemeClr val="dk1"/>
              </a:buClr>
              <a:buSzPts val="1100"/>
              <a:buFont typeface="Arial"/>
              <a:buNone/>
            </a:pPr>
            <a:r>
              <a:rPr lang="en-US" sz="1600">
                <a:solidFill>
                  <a:schemeClr val="dk1"/>
                </a:solidFill>
                <a:latin typeface="Poppins"/>
                <a:ea typeface="Poppins"/>
                <a:cs typeface="Poppins"/>
                <a:sym typeface="Poppins"/>
              </a:rPr>
              <a:t>El sistema integrará agentes inteligentes especializados en la optimización de la pre-producción. Estas herramientas automatizarán la búsqueda predictiva de recursos esenciales (como vuelos, espacios y alojamiento), centralizarán la gestión de calendarios operativos y desplegarán un sistema automatizado de comunicación (vía email y mensajería instantánea) para coordinar, sin fricciones, las tareas del staff y las necesidades de los ponentes.</a:t>
            </a:r>
            <a:endParaRPr sz="16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b="1" sz="1800">
              <a:solidFill>
                <a:schemeClr val="dk1"/>
              </a:solidFill>
              <a:latin typeface="Poppins"/>
              <a:ea typeface="Poppins"/>
              <a:cs typeface="Poppins"/>
              <a:sym typeface="Poppins"/>
            </a:endParaRPr>
          </a:p>
          <a:p>
            <a:pPr indent="0" lvl="0" marL="457200" rtl="0" algn="l">
              <a:lnSpc>
                <a:spcPct val="150000"/>
              </a:lnSpc>
              <a:spcBef>
                <a:spcPts val="0"/>
              </a:spcBef>
              <a:spcAft>
                <a:spcPts val="0"/>
              </a:spcAft>
              <a:buNone/>
            </a:pPr>
            <a:r>
              <a:t/>
            </a:r>
            <a:endParaRPr sz="1600">
              <a:solidFill>
                <a:schemeClr val="dk1"/>
              </a:solidFill>
              <a:latin typeface="Poppins"/>
              <a:ea typeface="Poppins"/>
              <a:cs typeface="Poppins"/>
              <a:sym typeface="Poppins"/>
            </a:endParaRPr>
          </a:p>
          <a:p>
            <a:pPr indent="0" lvl="0" marL="457200" rtl="0" algn="l">
              <a:lnSpc>
                <a:spcPct val="150000"/>
              </a:lnSpc>
              <a:spcBef>
                <a:spcPts val="0"/>
              </a:spcBef>
              <a:spcAft>
                <a:spcPts val="0"/>
              </a:spcAft>
              <a:buNone/>
            </a:pPr>
            <a:r>
              <a:t/>
            </a:r>
            <a:endParaRPr sz="1600">
              <a:solidFill>
                <a:schemeClr val="dk1"/>
              </a:solidFill>
              <a:latin typeface="Poppins"/>
              <a:ea typeface="Poppins"/>
              <a:cs typeface="Poppins"/>
              <a:sym typeface="Poppins"/>
            </a:endParaRPr>
          </a:p>
          <a:p>
            <a:pPr indent="0" lvl="0" marL="457200" rtl="0" algn="l">
              <a:lnSpc>
                <a:spcPct val="150000"/>
              </a:lnSpc>
              <a:spcBef>
                <a:spcPts val="0"/>
              </a:spcBef>
              <a:spcAft>
                <a:spcPts val="0"/>
              </a:spcAft>
              <a:buNone/>
            </a:pPr>
            <a:r>
              <a:t/>
            </a:r>
            <a:endParaRPr sz="16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1100">
              <a:solidFill>
                <a:schemeClr val="dk1"/>
              </a:solidFill>
              <a:latin typeface="Poppins"/>
              <a:ea typeface="Poppins"/>
              <a:cs typeface="Poppins"/>
              <a:sym typeface="Poppins"/>
            </a:endParaRPr>
          </a:p>
        </p:txBody>
      </p:sp>
      <p:sp>
        <p:nvSpPr>
          <p:cNvPr id="189" name="Google Shape;189;p30"/>
          <p:cNvSpPr txBox="1"/>
          <p:nvPr/>
        </p:nvSpPr>
        <p:spPr>
          <a:xfrm>
            <a:off x="685200" y="1490100"/>
            <a:ext cx="7199400" cy="59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Parte 2: Agente para la atención de organizadores y ponentes</a:t>
            </a:r>
            <a:endParaRPr b="1" sz="2800">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800"/>
              <a:buFont typeface="Arial"/>
              <a:buNone/>
            </a:pPr>
            <a:r>
              <a:t/>
            </a:r>
            <a:endParaRPr b="1" sz="2800">
              <a:solidFill>
                <a:schemeClr val="dk1"/>
              </a:solidFill>
              <a:latin typeface="Poppins"/>
              <a:ea typeface="Poppins"/>
              <a:cs typeface="Poppins"/>
              <a:sym typeface="Poppins"/>
            </a:endParaRPr>
          </a:p>
        </p:txBody>
      </p:sp>
      <p:pic>
        <p:nvPicPr>
          <p:cNvPr id="190" name="Google Shape;190;p30" title="logo_2020_eventosboutique.png"/>
          <p:cNvPicPr preferRelativeResize="0"/>
          <p:nvPr/>
        </p:nvPicPr>
        <p:blipFill>
          <a:blip r:embed="rId6">
            <a:alphaModFix/>
          </a:blip>
          <a:stretch>
            <a:fillRect/>
          </a:stretch>
        </p:blipFill>
        <p:spPr>
          <a:xfrm>
            <a:off x="8854289" y="1440822"/>
            <a:ext cx="2522912" cy="519850"/>
          </a:xfrm>
          <a:prstGeom prst="rect">
            <a:avLst/>
          </a:prstGeom>
          <a:noFill/>
          <a:ln>
            <a:noFill/>
          </a:ln>
        </p:spPr>
      </p:pic>
      <p:pic>
        <p:nvPicPr>
          <p:cNvPr descr="Que aparezca como un chatbot" id="191" name="Google Shape;191;p30"/>
          <p:cNvPicPr preferRelativeResize="0"/>
          <p:nvPr/>
        </p:nvPicPr>
        <p:blipFill>
          <a:blip r:embed="rId7">
            <a:alphaModFix/>
          </a:blip>
          <a:stretch>
            <a:fillRect/>
          </a:stretch>
        </p:blipFill>
        <p:spPr>
          <a:xfrm>
            <a:off x="8549688" y="2836672"/>
            <a:ext cx="3413676" cy="34136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Desafío de Tripulaciones</a:t>
            </a:r>
            <a:endParaRPr b="1" i="0" sz="2000" u="none" cap="none" strike="noStrike">
              <a:solidFill>
                <a:schemeClr val="dk1"/>
              </a:solidFill>
              <a:latin typeface="Poppins"/>
              <a:ea typeface="Poppins"/>
              <a:cs typeface="Poppins"/>
              <a:sym typeface="Poppins"/>
            </a:endParaRPr>
          </a:p>
        </p:txBody>
      </p:sp>
      <p:sp>
        <p:nvSpPr>
          <p:cNvPr id="197" name="Google Shape;197;p31"/>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8" name="Google Shape;198;p31">
            <a:hlinkClick r:id="rId3"/>
          </p:cNvPr>
          <p:cNvPicPr preferRelativeResize="0"/>
          <p:nvPr/>
        </p:nvPicPr>
        <p:blipFill rotWithShape="1">
          <a:blip r:embed="rId4">
            <a:alphaModFix/>
          </a:blip>
          <a:srcRect b="12311" l="0" r="0" t="4729"/>
          <a:stretch/>
        </p:blipFill>
        <p:spPr>
          <a:xfrm>
            <a:off x="3113270" y="16078"/>
            <a:ext cx="1168920" cy="519840"/>
          </a:xfrm>
          <a:prstGeom prst="rect">
            <a:avLst/>
          </a:prstGeom>
          <a:noFill/>
          <a:ln>
            <a:noFill/>
          </a:ln>
        </p:spPr>
      </p:pic>
      <p:pic>
        <p:nvPicPr>
          <p:cNvPr id="199" name="Google Shape;199;p31"/>
          <p:cNvPicPr preferRelativeResize="0"/>
          <p:nvPr/>
        </p:nvPicPr>
        <p:blipFill>
          <a:blip r:embed="rId5">
            <a:alphaModFix/>
          </a:blip>
          <a:stretch>
            <a:fillRect/>
          </a:stretch>
        </p:blipFill>
        <p:spPr>
          <a:xfrm>
            <a:off x="199200" y="-35385"/>
            <a:ext cx="2835583" cy="622750"/>
          </a:xfrm>
          <a:prstGeom prst="rect">
            <a:avLst/>
          </a:prstGeom>
          <a:noFill/>
          <a:ln>
            <a:noFill/>
          </a:ln>
        </p:spPr>
      </p:pic>
      <p:sp>
        <p:nvSpPr>
          <p:cNvPr id="200" name="Google Shape;200;p31"/>
          <p:cNvSpPr txBox="1"/>
          <p:nvPr/>
        </p:nvSpPr>
        <p:spPr>
          <a:xfrm>
            <a:off x="353425" y="2836675"/>
            <a:ext cx="8120100" cy="37335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t/>
            </a:r>
            <a:endParaRPr b="1" sz="18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b="1" sz="1800">
              <a:solidFill>
                <a:schemeClr val="dk1"/>
              </a:solidFill>
              <a:latin typeface="Poppins"/>
              <a:ea typeface="Poppins"/>
              <a:cs typeface="Poppins"/>
              <a:sym typeface="Poppins"/>
            </a:endParaRPr>
          </a:p>
          <a:p>
            <a:pPr indent="0" lvl="0" marL="457200" rtl="0" algn="l">
              <a:lnSpc>
                <a:spcPct val="150000"/>
              </a:lnSpc>
              <a:spcBef>
                <a:spcPts val="0"/>
              </a:spcBef>
              <a:spcAft>
                <a:spcPts val="0"/>
              </a:spcAft>
              <a:buNone/>
            </a:pPr>
            <a:r>
              <a:t/>
            </a:r>
            <a:endParaRPr sz="1600">
              <a:solidFill>
                <a:schemeClr val="dk1"/>
              </a:solidFill>
              <a:latin typeface="Poppins"/>
              <a:ea typeface="Poppins"/>
              <a:cs typeface="Poppins"/>
              <a:sym typeface="Poppins"/>
            </a:endParaRPr>
          </a:p>
          <a:p>
            <a:pPr indent="0" lvl="0" marL="457200" rtl="0" algn="l">
              <a:lnSpc>
                <a:spcPct val="150000"/>
              </a:lnSpc>
              <a:spcBef>
                <a:spcPts val="0"/>
              </a:spcBef>
              <a:spcAft>
                <a:spcPts val="0"/>
              </a:spcAft>
              <a:buNone/>
            </a:pPr>
            <a:r>
              <a:t/>
            </a:r>
            <a:endParaRPr sz="1600">
              <a:solidFill>
                <a:schemeClr val="dk1"/>
              </a:solidFill>
              <a:latin typeface="Poppins"/>
              <a:ea typeface="Poppins"/>
              <a:cs typeface="Poppins"/>
              <a:sym typeface="Poppins"/>
            </a:endParaRPr>
          </a:p>
          <a:p>
            <a:pPr indent="0" lvl="0" marL="457200" rtl="0" algn="l">
              <a:lnSpc>
                <a:spcPct val="150000"/>
              </a:lnSpc>
              <a:spcBef>
                <a:spcPts val="0"/>
              </a:spcBef>
              <a:spcAft>
                <a:spcPts val="0"/>
              </a:spcAft>
              <a:buNone/>
            </a:pPr>
            <a:r>
              <a:t/>
            </a:r>
            <a:endParaRPr sz="16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1100">
              <a:solidFill>
                <a:schemeClr val="dk1"/>
              </a:solidFill>
              <a:latin typeface="Poppins"/>
              <a:ea typeface="Poppins"/>
              <a:cs typeface="Poppins"/>
              <a:sym typeface="Poppins"/>
            </a:endParaRPr>
          </a:p>
        </p:txBody>
      </p:sp>
      <p:sp>
        <p:nvSpPr>
          <p:cNvPr id="201" name="Google Shape;201;p31"/>
          <p:cNvSpPr txBox="1"/>
          <p:nvPr/>
        </p:nvSpPr>
        <p:spPr>
          <a:xfrm>
            <a:off x="685200" y="1490100"/>
            <a:ext cx="7199400" cy="59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Documentos empleados para un evento</a:t>
            </a:r>
            <a:endParaRPr b="1" sz="2800">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800"/>
              <a:buFont typeface="Arial"/>
              <a:buNone/>
            </a:pPr>
            <a:r>
              <a:t/>
            </a:r>
            <a:endParaRPr b="1" sz="2800">
              <a:solidFill>
                <a:schemeClr val="dk1"/>
              </a:solidFill>
              <a:latin typeface="Poppins"/>
              <a:ea typeface="Poppins"/>
              <a:cs typeface="Poppins"/>
              <a:sym typeface="Poppins"/>
            </a:endParaRPr>
          </a:p>
        </p:txBody>
      </p:sp>
      <p:pic>
        <p:nvPicPr>
          <p:cNvPr id="202" name="Google Shape;202;p31" title="logo_2020_eventosboutique.png"/>
          <p:cNvPicPr preferRelativeResize="0"/>
          <p:nvPr/>
        </p:nvPicPr>
        <p:blipFill>
          <a:blip r:embed="rId6">
            <a:alphaModFix/>
          </a:blip>
          <a:stretch>
            <a:fillRect/>
          </a:stretch>
        </p:blipFill>
        <p:spPr>
          <a:xfrm>
            <a:off x="8854289" y="1440822"/>
            <a:ext cx="2522912" cy="519850"/>
          </a:xfrm>
          <a:prstGeom prst="rect">
            <a:avLst/>
          </a:prstGeom>
          <a:noFill/>
          <a:ln>
            <a:noFill/>
          </a:ln>
        </p:spPr>
      </p:pic>
      <p:sp>
        <p:nvSpPr>
          <p:cNvPr id="203" name="Google Shape;203;p31">
            <a:hlinkClick r:id="rId7"/>
          </p:cNvPr>
          <p:cNvSpPr/>
          <p:nvPr/>
        </p:nvSpPr>
        <p:spPr>
          <a:xfrm>
            <a:off x="816225" y="2971725"/>
            <a:ext cx="2636700" cy="31275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50000"/>
              </a:lnSpc>
              <a:spcBef>
                <a:spcPts val="0"/>
              </a:spcBef>
              <a:spcAft>
                <a:spcPts val="0"/>
              </a:spcAft>
              <a:buNone/>
            </a:pPr>
            <a:r>
              <a:rPr lang="en-US" sz="1600">
                <a:solidFill>
                  <a:schemeClr val="dk1"/>
                </a:solidFill>
                <a:latin typeface="Poppins"/>
                <a:ea typeface="Poppins"/>
                <a:cs typeface="Poppins"/>
                <a:sym typeface="Poppins"/>
              </a:rPr>
              <a:t>FASES DE ORGANIZACIÓN DE UN EVENTO</a:t>
            </a:r>
            <a:endParaRPr sz="1600">
              <a:solidFill>
                <a:schemeClr val="dk1"/>
              </a:solidFill>
              <a:latin typeface="Poppins"/>
              <a:ea typeface="Poppins"/>
              <a:cs typeface="Poppins"/>
              <a:sym typeface="Poppins"/>
            </a:endParaRPr>
          </a:p>
          <a:p>
            <a:pPr indent="0" lvl="0" marL="457200" rtl="0" algn="l">
              <a:lnSpc>
                <a:spcPct val="150000"/>
              </a:lnSpc>
              <a:spcBef>
                <a:spcPts val="0"/>
              </a:spcBef>
              <a:spcAft>
                <a:spcPts val="0"/>
              </a:spcAft>
              <a:buNone/>
            </a:pPr>
            <a:r>
              <a:rPr lang="en-US" sz="1600" u="sng">
                <a:solidFill>
                  <a:schemeClr val="hlink"/>
                </a:solidFill>
                <a:latin typeface="Poppins"/>
                <a:ea typeface="Poppins"/>
                <a:cs typeface="Poppins"/>
                <a:sym typeface="Poppins"/>
                <a:hlinkClick r:id="rId8"/>
              </a:rPr>
              <a:t>Link</a:t>
            </a:r>
            <a:endParaRPr sz="1600">
              <a:solidFill>
                <a:schemeClr val="dk1"/>
              </a:solidFill>
              <a:latin typeface="Poppins"/>
              <a:ea typeface="Poppins"/>
              <a:cs typeface="Poppins"/>
              <a:sym typeface="Poppins"/>
            </a:endParaRPr>
          </a:p>
        </p:txBody>
      </p:sp>
      <p:sp>
        <p:nvSpPr>
          <p:cNvPr id="204" name="Google Shape;204;p31">
            <a:hlinkClick r:id="rId9"/>
          </p:cNvPr>
          <p:cNvSpPr/>
          <p:nvPr/>
        </p:nvSpPr>
        <p:spPr>
          <a:xfrm>
            <a:off x="4446700" y="2971725"/>
            <a:ext cx="2636700" cy="31275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50000"/>
              </a:lnSpc>
              <a:spcBef>
                <a:spcPts val="0"/>
              </a:spcBef>
              <a:spcAft>
                <a:spcPts val="0"/>
              </a:spcAft>
              <a:buNone/>
            </a:pPr>
            <a:r>
              <a:rPr lang="en-US" sz="1600">
                <a:solidFill>
                  <a:schemeClr val="dk1"/>
                </a:solidFill>
                <a:latin typeface="Poppins"/>
                <a:ea typeface="Poppins"/>
                <a:cs typeface="Poppins"/>
                <a:sym typeface="Poppins"/>
              </a:rPr>
              <a:t>FICHA PARA PONENTES</a:t>
            </a:r>
            <a:endParaRPr sz="1600">
              <a:solidFill>
                <a:schemeClr val="dk1"/>
              </a:solidFill>
              <a:latin typeface="Poppins"/>
              <a:ea typeface="Poppins"/>
              <a:cs typeface="Poppins"/>
              <a:sym typeface="Poppins"/>
            </a:endParaRPr>
          </a:p>
          <a:p>
            <a:pPr indent="0" lvl="0" marL="457200" rtl="0" algn="l">
              <a:lnSpc>
                <a:spcPct val="150000"/>
              </a:lnSpc>
              <a:spcBef>
                <a:spcPts val="0"/>
              </a:spcBef>
              <a:spcAft>
                <a:spcPts val="0"/>
              </a:spcAft>
              <a:buClr>
                <a:schemeClr val="dk1"/>
              </a:buClr>
              <a:buSzPts val="1100"/>
              <a:buFont typeface="Arial"/>
              <a:buNone/>
            </a:pPr>
            <a:r>
              <a:rPr lang="en-US" sz="1600" u="sng">
                <a:solidFill>
                  <a:schemeClr val="hlink"/>
                </a:solidFill>
                <a:latin typeface="Poppins"/>
                <a:ea typeface="Poppins"/>
                <a:cs typeface="Poppins"/>
                <a:sym typeface="Poppins"/>
                <a:hlinkClick r:id="rId10"/>
              </a:rPr>
              <a:t>Link</a:t>
            </a:r>
            <a:endParaRPr sz="1600">
              <a:solidFill>
                <a:schemeClr val="dk1"/>
              </a:solidFill>
              <a:latin typeface="Poppins"/>
              <a:ea typeface="Poppins"/>
              <a:cs typeface="Poppins"/>
              <a:sym typeface="Poppins"/>
            </a:endParaRPr>
          </a:p>
        </p:txBody>
      </p:sp>
      <p:sp>
        <p:nvSpPr>
          <p:cNvPr id="205" name="Google Shape;205;p31">
            <a:hlinkClick r:id="rId11"/>
          </p:cNvPr>
          <p:cNvSpPr/>
          <p:nvPr/>
        </p:nvSpPr>
        <p:spPr>
          <a:xfrm>
            <a:off x="7824725" y="2971725"/>
            <a:ext cx="2636700" cy="3127500"/>
          </a:xfrm>
          <a:prstGeom prst="foldedCorner">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50000"/>
              </a:lnSpc>
              <a:spcBef>
                <a:spcPts val="0"/>
              </a:spcBef>
              <a:spcAft>
                <a:spcPts val="0"/>
              </a:spcAft>
              <a:buNone/>
            </a:pPr>
            <a:r>
              <a:rPr lang="en-US" sz="1600">
                <a:solidFill>
                  <a:schemeClr val="dk1"/>
                </a:solidFill>
                <a:latin typeface="Poppins"/>
                <a:ea typeface="Poppins"/>
                <a:cs typeface="Poppins"/>
                <a:sym typeface="Poppins"/>
              </a:rPr>
              <a:t>DIRECTORIO DE ESPACIOS</a:t>
            </a:r>
            <a:endParaRPr sz="1600">
              <a:solidFill>
                <a:schemeClr val="dk1"/>
              </a:solidFill>
              <a:latin typeface="Poppins"/>
              <a:ea typeface="Poppins"/>
              <a:cs typeface="Poppins"/>
              <a:sym typeface="Poppins"/>
            </a:endParaRPr>
          </a:p>
          <a:p>
            <a:pPr indent="0" lvl="0" marL="457200" rtl="0" algn="l">
              <a:lnSpc>
                <a:spcPct val="150000"/>
              </a:lnSpc>
              <a:spcBef>
                <a:spcPts val="0"/>
              </a:spcBef>
              <a:spcAft>
                <a:spcPts val="0"/>
              </a:spcAft>
              <a:buClr>
                <a:schemeClr val="dk1"/>
              </a:buClr>
              <a:buSzPts val="1100"/>
              <a:buFont typeface="Arial"/>
              <a:buNone/>
            </a:pPr>
            <a:r>
              <a:rPr lang="en-US" sz="1600" u="sng">
                <a:solidFill>
                  <a:schemeClr val="hlink"/>
                </a:solidFill>
                <a:latin typeface="Poppins"/>
                <a:ea typeface="Poppins"/>
                <a:cs typeface="Poppins"/>
                <a:sym typeface="Poppins"/>
                <a:hlinkClick r:id="rId12"/>
              </a:rPr>
              <a:t>Link</a:t>
            </a:r>
            <a:endParaRPr sz="1600">
              <a:solidFill>
                <a:schemeClr val="dk1"/>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32"/>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211" name="Google Shape;211;p32"/>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p32"/>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Equipos</a:t>
            </a:r>
            <a:endParaRPr b="1" i="0" sz="4000" u="none" cap="none" strike="noStrike">
              <a:solidFill>
                <a:schemeClr val="lt1"/>
              </a:solidFill>
              <a:latin typeface="Poppins"/>
              <a:ea typeface="Poppins"/>
              <a:cs typeface="Poppins"/>
              <a:sym typeface="Poppins"/>
            </a:endParaRPr>
          </a:p>
        </p:txBody>
      </p:sp>
      <p:sp>
        <p:nvSpPr>
          <p:cNvPr id="213" name="Google Shape;213;p32"/>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p:nvPr/>
        </p:nvSpPr>
        <p:spPr>
          <a:xfrm>
            <a:off x="6562800" y="863075"/>
            <a:ext cx="5167800" cy="5768400"/>
          </a:xfrm>
          <a:prstGeom prst="rect">
            <a:avLst/>
          </a:prstGeom>
          <a:solidFill>
            <a:schemeClr val="dk2"/>
          </a:solid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p33"/>
          <p:cNvSpPr txBox="1"/>
          <p:nvPr/>
        </p:nvSpPr>
        <p:spPr>
          <a:xfrm>
            <a:off x="7109850" y="975425"/>
            <a:ext cx="40737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FBFBFB"/>
                </a:solidFill>
                <a:latin typeface="Poppins"/>
                <a:ea typeface="Poppins"/>
                <a:cs typeface="Poppins"/>
                <a:sym typeface="Poppins"/>
              </a:rPr>
              <a:t>Equipo Desarrollo </a:t>
            </a:r>
            <a:r>
              <a:rPr b="1" lang="en-US" sz="2800">
                <a:solidFill>
                  <a:srgbClr val="FBFBFB"/>
                </a:solidFill>
                <a:latin typeface="Poppins"/>
                <a:ea typeface="Poppins"/>
                <a:cs typeface="Poppins"/>
                <a:sym typeface="Poppins"/>
              </a:rPr>
              <a:t> - Maider  </a:t>
            </a:r>
            <a:endParaRPr b="1" i="0" sz="2800" u="none" cap="none" strike="noStrike">
              <a:solidFill>
                <a:srgbClr val="000000"/>
              </a:solidFill>
              <a:latin typeface="Poppins"/>
              <a:ea typeface="Poppins"/>
              <a:cs typeface="Poppins"/>
              <a:sym typeface="Poppins"/>
            </a:endParaRPr>
          </a:p>
        </p:txBody>
      </p:sp>
      <p:cxnSp>
        <p:nvCxnSpPr>
          <p:cNvPr id="220" name="Google Shape;220;p33"/>
          <p:cNvCxnSpPr/>
          <p:nvPr/>
        </p:nvCxnSpPr>
        <p:spPr>
          <a:xfrm rot="10800000">
            <a:off x="5589141" y="1125499"/>
            <a:ext cx="0" cy="2232900"/>
          </a:xfrm>
          <a:prstGeom prst="straightConnector1">
            <a:avLst/>
          </a:prstGeom>
          <a:noFill/>
          <a:ln cap="flat" cmpd="sng" w="9525">
            <a:solidFill>
              <a:srgbClr val="7F7F7F"/>
            </a:solidFill>
            <a:prstDash val="solid"/>
            <a:miter lim="800000"/>
            <a:headEnd len="sm" w="sm" type="none"/>
            <a:tailEnd len="sm" w="sm" type="none"/>
          </a:ln>
        </p:spPr>
      </p:cxnSp>
      <p:cxnSp>
        <p:nvCxnSpPr>
          <p:cNvPr id="221" name="Google Shape;221;p33"/>
          <p:cNvCxnSpPr/>
          <p:nvPr/>
        </p:nvCxnSpPr>
        <p:spPr>
          <a:xfrm rot="10800000">
            <a:off x="5589141" y="3499475"/>
            <a:ext cx="0" cy="2303700"/>
          </a:xfrm>
          <a:prstGeom prst="straightConnector1">
            <a:avLst/>
          </a:prstGeom>
          <a:noFill/>
          <a:ln cap="flat" cmpd="sng" w="9525">
            <a:solidFill>
              <a:srgbClr val="7F7F7F"/>
            </a:solidFill>
            <a:prstDash val="solid"/>
            <a:miter lim="800000"/>
            <a:headEnd len="sm" w="sm" type="none"/>
            <a:tailEnd len="sm" w="sm" type="none"/>
          </a:ln>
        </p:spPr>
      </p:cxnSp>
      <p:sp>
        <p:nvSpPr>
          <p:cNvPr id="222" name="Google Shape;222;p33"/>
          <p:cNvSpPr/>
          <p:nvPr/>
        </p:nvSpPr>
        <p:spPr>
          <a:xfrm>
            <a:off x="5518540" y="3358399"/>
            <a:ext cx="141300" cy="1413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3" name="Google Shape;223;p33"/>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Desafío de Tripulaciones</a:t>
            </a:r>
            <a:endParaRPr b="1" i="0" sz="2000" u="none" cap="none" strike="noStrike">
              <a:solidFill>
                <a:schemeClr val="dk1"/>
              </a:solidFill>
              <a:latin typeface="Poppins"/>
              <a:ea typeface="Poppins"/>
              <a:cs typeface="Poppins"/>
              <a:sym typeface="Poppins"/>
            </a:endParaRPr>
          </a:p>
        </p:txBody>
      </p:sp>
      <p:sp>
        <p:nvSpPr>
          <p:cNvPr id="224" name="Google Shape;224;p33"/>
          <p:cNvSpPr/>
          <p:nvPr/>
        </p:nvSpPr>
        <p:spPr>
          <a:xfrm>
            <a:off x="326550" y="915450"/>
            <a:ext cx="4949400" cy="5942700"/>
          </a:xfrm>
          <a:prstGeom prst="rect">
            <a:avLst/>
          </a:prstGeom>
          <a:noFill/>
          <a:ln cap="flat" cmpd="sng" w="9525">
            <a:solidFill>
              <a:srgbClr val="FF5C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5" name="Google Shape;225;p33"/>
          <p:cNvSpPr txBox="1"/>
          <p:nvPr/>
        </p:nvSpPr>
        <p:spPr>
          <a:xfrm>
            <a:off x="6785700" y="2201850"/>
            <a:ext cx="4722000" cy="3771000"/>
          </a:xfrm>
          <a:prstGeom prst="rect">
            <a:avLst/>
          </a:prstGeom>
          <a:noFill/>
          <a:ln>
            <a:noFill/>
          </a:ln>
        </p:spPr>
        <p:txBody>
          <a:bodyPr anchorCtr="0" anchor="t" bIns="45700" lIns="91425" spcFirstLastPara="1" rIns="91425" wrap="square" tIns="45700">
            <a:noAutofit/>
          </a:bodyPr>
          <a:lstStyle/>
          <a:p>
            <a:pPr indent="-323850" lvl="0" marL="457200" rtl="0" algn="l">
              <a:lnSpc>
                <a:spcPct val="150000"/>
              </a:lnSpc>
              <a:spcBef>
                <a:spcPts val="0"/>
              </a:spcBef>
              <a:spcAft>
                <a:spcPts val="0"/>
              </a:spcAft>
              <a:buClr>
                <a:schemeClr val="lt1"/>
              </a:buClr>
              <a:buSzPts val="1500"/>
              <a:buFont typeface="Poppins"/>
              <a:buChar char="●"/>
            </a:pPr>
            <a:r>
              <a:rPr lang="en-US" sz="1500">
                <a:solidFill>
                  <a:schemeClr val="lt1"/>
                </a:solidFill>
                <a:latin typeface="Poppins"/>
                <a:ea typeface="Poppins"/>
                <a:cs typeface="Poppins"/>
                <a:sym typeface="Poppins"/>
              </a:rPr>
              <a:t>Rafael</a:t>
            </a:r>
            <a:endParaRPr sz="1500">
              <a:solidFill>
                <a:schemeClr val="lt1"/>
              </a:solidFill>
              <a:latin typeface="Poppins"/>
              <a:ea typeface="Poppins"/>
              <a:cs typeface="Poppins"/>
              <a:sym typeface="Poppins"/>
            </a:endParaRPr>
          </a:p>
          <a:p>
            <a:pPr indent="-323850" lvl="0" marL="457200" rtl="0" algn="l">
              <a:lnSpc>
                <a:spcPct val="150000"/>
              </a:lnSpc>
              <a:spcBef>
                <a:spcPts val="0"/>
              </a:spcBef>
              <a:spcAft>
                <a:spcPts val="0"/>
              </a:spcAft>
              <a:buClr>
                <a:schemeClr val="lt1"/>
              </a:buClr>
              <a:buSzPts val="1500"/>
              <a:buFont typeface="Poppins"/>
              <a:buChar char="●"/>
            </a:pPr>
            <a:r>
              <a:rPr lang="en-US" sz="1500">
                <a:solidFill>
                  <a:schemeClr val="lt1"/>
                </a:solidFill>
                <a:latin typeface="Poppins"/>
                <a:ea typeface="Poppins"/>
                <a:cs typeface="Poppins"/>
                <a:sym typeface="Poppins"/>
              </a:rPr>
              <a:t>Gaizka</a:t>
            </a:r>
            <a:endParaRPr sz="1500">
              <a:solidFill>
                <a:schemeClr val="lt1"/>
              </a:solidFill>
              <a:latin typeface="Poppins"/>
              <a:ea typeface="Poppins"/>
              <a:cs typeface="Poppins"/>
              <a:sym typeface="Poppins"/>
            </a:endParaRPr>
          </a:p>
          <a:p>
            <a:pPr indent="-323850" lvl="0" marL="457200" rtl="0" algn="l">
              <a:lnSpc>
                <a:spcPct val="150000"/>
              </a:lnSpc>
              <a:spcBef>
                <a:spcPts val="0"/>
              </a:spcBef>
              <a:spcAft>
                <a:spcPts val="0"/>
              </a:spcAft>
              <a:buClr>
                <a:schemeClr val="lt1"/>
              </a:buClr>
              <a:buSzPts val="1500"/>
              <a:buFont typeface="Poppins"/>
              <a:buChar char="●"/>
            </a:pPr>
            <a:r>
              <a:rPr lang="en-US" sz="1500">
                <a:solidFill>
                  <a:schemeClr val="lt1"/>
                </a:solidFill>
                <a:latin typeface="Poppins"/>
                <a:ea typeface="Poppins"/>
                <a:cs typeface="Poppins"/>
                <a:sym typeface="Poppins"/>
              </a:rPr>
              <a:t>Iñigo</a:t>
            </a:r>
            <a:endParaRPr sz="1500">
              <a:solidFill>
                <a:schemeClr val="lt1"/>
              </a:solidFill>
              <a:latin typeface="Poppins"/>
              <a:ea typeface="Poppins"/>
              <a:cs typeface="Poppins"/>
              <a:sym typeface="Poppins"/>
            </a:endParaRPr>
          </a:p>
          <a:p>
            <a:pPr indent="-323850" lvl="0" marL="457200" rtl="0" algn="l">
              <a:lnSpc>
                <a:spcPct val="150000"/>
              </a:lnSpc>
              <a:spcBef>
                <a:spcPts val="0"/>
              </a:spcBef>
              <a:spcAft>
                <a:spcPts val="0"/>
              </a:spcAft>
              <a:buClr>
                <a:schemeClr val="lt1"/>
              </a:buClr>
              <a:buSzPts val="1500"/>
              <a:buFont typeface="Poppins"/>
              <a:buChar char="●"/>
            </a:pPr>
            <a:r>
              <a:rPr lang="en-US" sz="1500">
                <a:solidFill>
                  <a:schemeClr val="lt1"/>
                </a:solidFill>
                <a:latin typeface="Poppins"/>
                <a:ea typeface="Poppins"/>
                <a:cs typeface="Poppins"/>
                <a:sym typeface="Poppins"/>
              </a:rPr>
              <a:t>Estibaliz</a:t>
            </a:r>
            <a:endParaRPr sz="1500">
              <a:solidFill>
                <a:schemeClr val="lt1"/>
              </a:solidFill>
              <a:latin typeface="Poppins"/>
              <a:ea typeface="Poppins"/>
              <a:cs typeface="Poppins"/>
              <a:sym typeface="Poppins"/>
            </a:endParaRPr>
          </a:p>
          <a:p>
            <a:pPr indent="-323850" lvl="0" marL="457200" rtl="0" algn="l">
              <a:lnSpc>
                <a:spcPct val="150000"/>
              </a:lnSpc>
              <a:spcBef>
                <a:spcPts val="0"/>
              </a:spcBef>
              <a:spcAft>
                <a:spcPts val="0"/>
              </a:spcAft>
              <a:buClr>
                <a:schemeClr val="lt1"/>
              </a:buClr>
              <a:buSzPts val="1500"/>
              <a:buFont typeface="Poppins"/>
              <a:buChar char="●"/>
            </a:pPr>
            <a:r>
              <a:rPr lang="en-US" sz="1500">
                <a:solidFill>
                  <a:schemeClr val="lt1"/>
                </a:solidFill>
                <a:latin typeface="Poppins"/>
                <a:ea typeface="Poppins"/>
                <a:cs typeface="Poppins"/>
                <a:sym typeface="Poppins"/>
              </a:rPr>
              <a:t>Soufiane</a:t>
            </a:r>
            <a:endParaRPr sz="1500">
              <a:solidFill>
                <a:schemeClr val="lt1"/>
              </a:solidFill>
              <a:latin typeface="Poppins"/>
              <a:ea typeface="Poppins"/>
              <a:cs typeface="Poppins"/>
              <a:sym typeface="Poppins"/>
            </a:endParaRPr>
          </a:p>
          <a:p>
            <a:pPr indent="-323850" lvl="0" marL="457200" rtl="0" algn="l">
              <a:lnSpc>
                <a:spcPct val="150000"/>
              </a:lnSpc>
              <a:spcBef>
                <a:spcPts val="0"/>
              </a:spcBef>
              <a:spcAft>
                <a:spcPts val="0"/>
              </a:spcAft>
              <a:buClr>
                <a:schemeClr val="lt1"/>
              </a:buClr>
              <a:buSzPts val="1500"/>
              <a:buFont typeface="Poppins"/>
              <a:buChar char="●"/>
            </a:pPr>
            <a:r>
              <a:rPr lang="en-US" sz="1500">
                <a:solidFill>
                  <a:schemeClr val="lt1"/>
                </a:solidFill>
                <a:latin typeface="Poppins"/>
                <a:ea typeface="Poppins"/>
                <a:cs typeface="Poppins"/>
                <a:sym typeface="Poppins"/>
              </a:rPr>
              <a:t>Carlos</a:t>
            </a:r>
            <a:endParaRPr sz="1500">
              <a:solidFill>
                <a:schemeClr val="lt1"/>
              </a:solidFill>
              <a:latin typeface="Poppins"/>
              <a:ea typeface="Poppins"/>
              <a:cs typeface="Poppins"/>
              <a:sym typeface="Poppins"/>
            </a:endParaRPr>
          </a:p>
          <a:p>
            <a:pPr indent="-323850" lvl="0" marL="457200" rtl="0" algn="l">
              <a:lnSpc>
                <a:spcPct val="150000"/>
              </a:lnSpc>
              <a:spcBef>
                <a:spcPts val="0"/>
              </a:spcBef>
              <a:spcAft>
                <a:spcPts val="0"/>
              </a:spcAft>
              <a:buClr>
                <a:schemeClr val="lt1"/>
              </a:buClr>
              <a:buSzPts val="1500"/>
              <a:buFont typeface="Poppins"/>
              <a:buChar char="●"/>
            </a:pPr>
            <a:r>
              <a:rPr lang="en-US" sz="1500">
                <a:solidFill>
                  <a:schemeClr val="lt1"/>
                </a:solidFill>
                <a:latin typeface="Poppins"/>
                <a:ea typeface="Poppins"/>
                <a:cs typeface="Poppins"/>
                <a:sym typeface="Poppins"/>
              </a:rPr>
              <a:t>David</a:t>
            </a:r>
            <a:endParaRPr sz="1500">
              <a:solidFill>
                <a:schemeClr val="lt1"/>
              </a:solidFill>
              <a:latin typeface="Poppins"/>
              <a:ea typeface="Poppins"/>
              <a:cs typeface="Poppins"/>
              <a:sym typeface="Poppins"/>
            </a:endParaRPr>
          </a:p>
          <a:p>
            <a:pPr indent="0" lvl="0" marL="0" rtl="0" algn="l">
              <a:lnSpc>
                <a:spcPct val="150000"/>
              </a:lnSpc>
              <a:spcBef>
                <a:spcPts val="0"/>
              </a:spcBef>
              <a:spcAft>
                <a:spcPts val="0"/>
              </a:spcAft>
              <a:buNone/>
            </a:pPr>
            <a:r>
              <a:t/>
            </a:r>
            <a:endParaRPr sz="1500">
              <a:solidFill>
                <a:schemeClr val="lt1"/>
              </a:solidFill>
              <a:latin typeface="Poppins"/>
              <a:ea typeface="Poppins"/>
              <a:cs typeface="Poppins"/>
              <a:sym typeface="Poppins"/>
            </a:endParaRPr>
          </a:p>
          <a:p>
            <a:pPr indent="0" lvl="0" marL="0" rtl="0" algn="l">
              <a:lnSpc>
                <a:spcPct val="150000"/>
              </a:lnSpc>
              <a:spcBef>
                <a:spcPts val="0"/>
              </a:spcBef>
              <a:spcAft>
                <a:spcPts val="0"/>
              </a:spcAft>
              <a:buNone/>
            </a:pPr>
            <a:r>
              <a:t/>
            </a:r>
            <a:endParaRPr sz="1500">
              <a:solidFill>
                <a:schemeClr val="lt1"/>
              </a:solidFill>
              <a:latin typeface="Poppins"/>
              <a:ea typeface="Poppins"/>
              <a:cs typeface="Poppins"/>
              <a:sym typeface="Poppins"/>
            </a:endParaRPr>
          </a:p>
          <a:p>
            <a:pPr indent="0" lvl="0" marL="914400" rtl="0" algn="l">
              <a:lnSpc>
                <a:spcPct val="150000"/>
              </a:lnSpc>
              <a:spcBef>
                <a:spcPts val="0"/>
              </a:spcBef>
              <a:spcAft>
                <a:spcPts val="0"/>
              </a:spcAft>
              <a:buNone/>
            </a:pPr>
            <a:r>
              <a:t/>
            </a:r>
            <a:endParaRPr sz="1500">
              <a:solidFill>
                <a:schemeClr val="lt1"/>
              </a:solidFill>
              <a:latin typeface="Poppins"/>
              <a:ea typeface="Poppins"/>
              <a:cs typeface="Poppins"/>
              <a:sym typeface="Poppins"/>
            </a:endParaRPr>
          </a:p>
          <a:p>
            <a:pPr indent="0" lvl="0" marL="914400" rtl="0" algn="l">
              <a:lnSpc>
                <a:spcPct val="150000"/>
              </a:lnSpc>
              <a:spcBef>
                <a:spcPts val="0"/>
              </a:spcBef>
              <a:spcAft>
                <a:spcPts val="0"/>
              </a:spcAft>
              <a:buNone/>
            </a:pPr>
            <a:r>
              <a:t/>
            </a:r>
            <a:endParaRPr sz="1500">
              <a:solidFill>
                <a:schemeClr val="lt1"/>
              </a:solidFill>
              <a:latin typeface="Poppins"/>
              <a:ea typeface="Poppins"/>
              <a:cs typeface="Poppins"/>
              <a:sym typeface="Poppins"/>
            </a:endParaRPr>
          </a:p>
          <a:p>
            <a:pPr indent="0" lvl="0" marL="0" rtl="0" algn="l">
              <a:lnSpc>
                <a:spcPct val="150000"/>
              </a:lnSpc>
              <a:spcBef>
                <a:spcPts val="0"/>
              </a:spcBef>
              <a:spcAft>
                <a:spcPts val="0"/>
              </a:spcAft>
              <a:buNone/>
            </a:pPr>
            <a:r>
              <a:t/>
            </a:r>
            <a:endParaRPr sz="800">
              <a:solidFill>
                <a:schemeClr val="lt1"/>
              </a:solidFill>
              <a:latin typeface="Poppins"/>
              <a:ea typeface="Poppins"/>
              <a:cs typeface="Poppins"/>
              <a:sym typeface="Poppins"/>
            </a:endParaRPr>
          </a:p>
        </p:txBody>
      </p:sp>
      <p:sp>
        <p:nvSpPr>
          <p:cNvPr id="226" name="Google Shape;226;p33"/>
          <p:cNvSpPr txBox="1"/>
          <p:nvPr/>
        </p:nvSpPr>
        <p:spPr>
          <a:xfrm>
            <a:off x="696750" y="975413"/>
            <a:ext cx="37932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Equipo Data</a:t>
            </a:r>
            <a:r>
              <a:rPr b="1" lang="en-US" sz="2800">
                <a:solidFill>
                  <a:schemeClr val="dk1"/>
                </a:solidFill>
                <a:latin typeface="Poppins"/>
                <a:ea typeface="Poppins"/>
                <a:cs typeface="Poppins"/>
                <a:sym typeface="Poppins"/>
              </a:rPr>
              <a:t>- Andreea </a:t>
            </a:r>
            <a:endParaRPr b="1" i="0" sz="2800" u="none" cap="none" strike="noStrike">
              <a:solidFill>
                <a:schemeClr val="dk1"/>
              </a:solidFill>
              <a:latin typeface="Poppins"/>
              <a:ea typeface="Poppins"/>
              <a:cs typeface="Poppins"/>
              <a:sym typeface="Poppins"/>
            </a:endParaRPr>
          </a:p>
        </p:txBody>
      </p:sp>
      <p:sp>
        <p:nvSpPr>
          <p:cNvPr id="227" name="Google Shape;227;p33"/>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8" name="Google Shape;228;p33">
            <a:hlinkClick r:id="rId3"/>
          </p:cNvPr>
          <p:cNvPicPr preferRelativeResize="0"/>
          <p:nvPr/>
        </p:nvPicPr>
        <p:blipFill rotWithShape="1">
          <a:blip r:embed="rId4">
            <a:alphaModFix/>
          </a:blip>
          <a:srcRect b="12311" l="0" r="0" t="4729"/>
          <a:stretch/>
        </p:blipFill>
        <p:spPr>
          <a:xfrm>
            <a:off x="3113270" y="16078"/>
            <a:ext cx="1168920" cy="519840"/>
          </a:xfrm>
          <a:prstGeom prst="rect">
            <a:avLst/>
          </a:prstGeom>
          <a:noFill/>
          <a:ln>
            <a:noFill/>
          </a:ln>
        </p:spPr>
      </p:pic>
      <p:pic>
        <p:nvPicPr>
          <p:cNvPr id="229" name="Google Shape;229;p33"/>
          <p:cNvPicPr preferRelativeResize="0"/>
          <p:nvPr/>
        </p:nvPicPr>
        <p:blipFill>
          <a:blip r:embed="rId5">
            <a:alphaModFix/>
          </a:blip>
          <a:stretch>
            <a:fillRect/>
          </a:stretch>
        </p:blipFill>
        <p:spPr>
          <a:xfrm>
            <a:off x="199200" y="-35385"/>
            <a:ext cx="2835583" cy="622750"/>
          </a:xfrm>
          <a:prstGeom prst="rect">
            <a:avLst/>
          </a:prstGeom>
          <a:noFill/>
          <a:ln>
            <a:noFill/>
          </a:ln>
        </p:spPr>
      </p:pic>
      <p:sp>
        <p:nvSpPr>
          <p:cNvPr id="230" name="Google Shape;230;p33"/>
          <p:cNvSpPr txBox="1"/>
          <p:nvPr/>
        </p:nvSpPr>
        <p:spPr>
          <a:xfrm>
            <a:off x="535725" y="2033550"/>
            <a:ext cx="4385400" cy="4292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b="1" lang="en-US" sz="1500">
                <a:solidFill>
                  <a:schemeClr val="dk1"/>
                </a:solidFill>
                <a:latin typeface="Poppins"/>
                <a:ea typeface="Poppins"/>
                <a:cs typeface="Poppins"/>
                <a:sym typeface="Poppins"/>
              </a:rPr>
              <a:t>GRUPO 1</a:t>
            </a:r>
            <a:endParaRPr b="1"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Ander </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Ainara</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Bárbara </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Alejandro</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Juan</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Raúl Rojo</a:t>
            </a:r>
            <a:endParaRPr sz="15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b="1" lang="en-US" sz="1500">
                <a:solidFill>
                  <a:schemeClr val="dk1"/>
                </a:solidFill>
                <a:latin typeface="Poppins"/>
                <a:ea typeface="Poppins"/>
                <a:cs typeface="Poppins"/>
                <a:sym typeface="Poppins"/>
              </a:rPr>
              <a:t>GRUPO 2</a:t>
            </a:r>
            <a:endParaRPr b="1"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Roberto</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Nora</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Leire</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David</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Eduardo</a:t>
            </a:r>
            <a:endParaRPr sz="1500">
              <a:solidFill>
                <a:schemeClr val="dk1"/>
              </a:solidFill>
              <a:latin typeface="Poppins"/>
              <a:ea typeface="Poppins"/>
              <a:cs typeface="Poppins"/>
              <a:sym typeface="Poppins"/>
            </a:endParaRPr>
          </a:p>
          <a:p>
            <a:pPr indent="-323850" lvl="0" marL="457200" rtl="0" algn="l">
              <a:lnSpc>
                <a:spcPct val="150000"/>
              </a:lnSpc>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 Raúl Marcos</a:t>
            </a:r>
            <a:endParaRPr sz="800">
              <a:solidFill>
                <a:schemeClr val="lt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4"/>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236" name="Google Shape;236;p34"/>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7" name="Google Shape;237;p34"/>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Tecnología</a:t>
            </a:r>
            <a:endParaRPr b="1" i="0" sz="4000" u="none" cap="none" strike="noStrike">
              <a:solidFill>
                <a:schemeClr val="lt1"/>
              </a:solidFill>
              <a:latin typeface="Poppins"/>
              <a:ea typeface="Poppins"/>
              <a:cs typeface="Poppins"/>
              <a:sym typeface="Poppins"/>
            </a:endParaRPr>
          </a:p>
        </p:txBody>
      </p:sp>
      <p:sp>
        <p:nvSpPr>
          <p:cNvPr id="238" name="Google Shape;238;p34"/>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5"/>
          <p:cNvSpPr txBox="1"/>
          <p:nvPr/>
        </p:nvSpPr>
        <p:spPr>
          <a:xfrm>
            <a:off x="622041" y="1185368"/>
            <a:ext cx="45807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Resultado</a:t>
            </a:r>
            <a:endParaRPr b="1" i="0" sz="2800" u="none" cap="none" strike="noStrike">
              <a:solidFill>
                <a:schemeClr val="dk1"/>
              </a:solidFill>
              <a:latin typeface="Poppins"/>
              <a:ea typeface="Poppins"/>
              <a:cs typeface="Poppins"/>
              <a:sym typeface="Poppins"/>
            </a:endParaRPr>
          </a:p>
        </p:txBody>
      </p:sp>
      <p:sp>
        <p:nvSpPr>
          <p:cNvPr id="245" name="Google Shape;245;p35"/>
          <p:cNvSpPr txBox="1"/>
          <p:nvPr/>
        </p:nvSpPr>
        <p:spPr>
          <a:xfrm>
            <a:off x="622050" y="2417150"/>
            <a:ext cx="6584100" cy="11013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400"/>
              <a:buFont typeface="Arial"/>
              <a:buNone/>
            </a:pPr>
            <a:r>
              <a:rPr lang="en-US" sz="2000">
                <a:solidFill>
                  <a:schemeClr val="dk1"/>
                </a:solidFill>
                <a:latin typeface="Poppins"/>
                <a:ea typeface="Poppins"/>
                <a:cs typeface="Poppins"/>
                <a:sym typeface="Poppins"/>
              </a:rPr>
              <a:t>Una aplicación con un login enfocada en el usuario y que use algún modelo predictivo para mostrar resultados. Puede ser una red social o una visión de consulta o una de mapa, etc... es algo muy abierto.</a:t>
            </a:r>
            <a:r>
              <a:rPr b="0" i="0" lang="en-US" sz="2000" u="none" cap="none" strike="noStrike">
                <a:solidFill>
                  <a:schemeClr val="dk1"/>
                </a:solidFill>
                <a:latin typeface="Poppins"/>
                <a:ea typeface="Poppins"/>
                <a:cs typeface="Poppins"/>
                <a:sym typeface="Poppins"/>
              </a:rPr>
              <a:t> </a:t>
            </a:r>
            <a:endParaRPr b="0" i="0" sz="2000" u="none" cap="none" strike="noStrike">
              <a:solidFill>
                <a:schemeClr val="dk1"/>
              </a:solidFill>
              <a:latin typeface="Poppins"/>
              <a:ea typeface="Poppins"/>
              <a:cs typeface="Poppins"/>
              <a:sym typeface="Poppins"/>
            </a:endParaRPr>
          </a:p>
        </p:txBody>
      </p:sp>
      <p:pic>
        <p:nvPicPr>
          <p:cNvPr id="246" name="Google Shape;246;p35"/>
          <p:cNvPicPr preferRelativeResize="0"/>
          <p:nvPr/>
        </p:nvPicPr>
        <p:blipFill rotWithShape="1">
          <a:blip r:embed="rId3">
            <a:alphaModFix/>
          </a:blip>
          <a:srcRect b="8667" l="13508" r="16099" t="0"/>
          <a:stretch/>
        </p:blipFill>
        <p:spPr>
          <a:xfrm>
            <a:off x="6944713" y="-199610"/>
            <a:ext cx="5247286" cy="6808563"/>
          </a:xfrm>
          <a:prstGeom prst="rect">
            <a:avLst/>
          </a:prstGeom>
          <a:noFill/>
          <a:ln>
            <a:noFill/>
          </a:ln>
        </p:spPr>
      </p:pic>
      <p:grpSp>
        <p:nvGrpSpPr>
          <p:cNvPr id="247" name="Google Shape;247;p35"/>
          <p:cNvGrpSpPr/>
          <p:nvPr/>
        </p:nvGrpSpPr>
        <p:grpSpPr>
          <a:xfrm>
            <a:off x="8467399" y="6423097"/>
            <a:ext cx="2386552" cy="185894"/>
            <a:chOff x="7921120" y="3358399"/>
            <a:chExt cx="1814041" cy="141300"/>
          </a:xfrm>
        </p:grpSpPr>
        <p:sp>
          <p:nvSpPr>
            <p:cNvPr id="248" name="Google Shape;248;p35"/>
            <p:cNvSpPr/>
            <p:nvPr/>
          </p:nvSpPr>
          <p:spPr>
            <a:xfrm>
              <a:off x="8757559" y="3358399"/>
              <a:ext cx="141300" cy="1413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49" name="Google Shape;249;p35"/>
            <p:cNvCxnSpPr/>
            <p:nvPr/>
          </p:nvCxnSpPr>
          <p:spPr>
            <a:xfrm>
              <a:off x="8898761" y="3429000"/>
              <a:ext cx="836400" cy="0"/>
            </a:xfrm>
            <a:prstGeom prst="straightConnector1">
              <a:avLst/>
            </a:prstGeom>
            <a:noFill/>
            <a:ln cap="flat" cmpd="sng" w="9525">
              <a:solidFill>
                <a:srgbClr val="7F7F7F"/>
              </a:solidFill>
              <a:prstDash val="solid"/>
              <a:miter lim="800000"/>
              <a:headEnd len="sm" w="sm" type="none"/>
              <a:tailEnd len="sm" w="sm" type="none"/>
            </a:ln>
          </p:spPr>
        </p:cxnSp>
        <p:cxnSp>
          <p:nvCxnSpPr>
            <p:cNvPr id="250" name="Google Shape;250;p35"/>
            <p:cNvCxnSpPr/>
            <p:nvPr/>
          </p:nvCxnSpPr>
          <p:spPr>
            <a:xfrm>
              <a:off x="7921120" y="3429000"/>
              <a:ext cx="836400" cy="0"/>
            </a:xfrm>
            <a:prstGeom prst="straightConnector1">
              <a:avLst/>
            </a:prstGeom>
            <a:noFill/>
            <a:ln cap="flat" cmpd="sng" w="9525">
              <a:solidFill>
                <a:srgbClr val="7F7F7F"/>
              </a:solidFill>
              <a:prstDash val="solid"/>
              <a:miter lim="800000"/>
              <a:headEnd len="sm" w="sm" type="none"/>
              <a:tailEnd len="sm" w="sm" type="none"/>
            </a:ln>
          </p:spPr>
        </p:cxnSp>
      </p:grpSp>
      <p:pic>
        <p:nvPicPr>
          <p:cNvPr descr="Interfaz de usuario gráfica&#10;&#10;Descripción generada automáticamente con confianza media" id="251" name="Google Shape;251;p35"/>
          <p:cNvPicPr preferRelativeResize="0"/>
          <p:nvPr/>
        </p:nvPicPr>
        <p:blipFill rotWithShape="1">
          <a:blip r:embed="rId4">
            <a:alphaModFix/>
          </a:blip>
          <a:srcRect b="22391" l="2316" r="3540" t="1215"/>
          <a:stretch/>
        </p:blipFill>
        <p:spPr>
          <a:xfrm>
            <a:off x="8433693" y="812825"/>
            <a:ext cx="2445971" cy="5191103"/>
          </a:xfrm>
          <a:prstGeom prst="rect">
            <a:avLst/>
          </a:prstGeom>
          <a:noFill/>
          <a:ln>
            <a:noFill/>
          </a:ln>
        </p:spPr>
      </p:pic>
      <p:sp>
        <p:nvSpPr>
          <p:cNvPr id="252" name="Google Shape;252;p35"/>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3" name="Google Shape;253;p35">
            <a:hlinkClick r:id="rId5"/>
          </p:cNvPr>
          <p:cNvPicPr preferRelativeResize="0"/>
          <p:nvPr/>
        </p:nvPicPr>
        <p:blipFill rotWithShape="1">
          <a:blip r:embed="rId6">
            <a:alphaModFix/>
          </a:blip>
          <a:srcRect b="12311" l="0" r="0" t="4729"/>
          <a:stretch/>
        </p:blipFill>
        <p:spPr>
          <a:xfrm>
            <a:off x="3113270" y="16078"/>
            <a:ext cx="1168920" cy="519840"/>
          </a:xfrm>
          <a:prstGeom prst="rect">
            <a:avLst/>
          </a:prstGeom>
          <a:noFill/>
          <a:ln>
            <a:noFill/>
          </a:ln>
        </p:spPr>
      </p:pic>
      <p:pic>
        <p:nvPicPr>
          <p:cNvPr id="254" name="Google Shape;254;p35"/>
          <p:cNvPicPr preferRelativeResize="0"/>
          <p:nvPr/>
        </p:nvPicPr>
        <p:blipFill>
          <a:blip r:embed="rId7">
            <a:alphaModFix/>
          </a:blip>
          <a:stretch>
            <a:fillRect/>
          </a:stretch>
        </p:blipFill>
        <p:spPr>
          <a:xfrm>
            <a:off x="199200" y="-35385"/>
            <a:ext cx="2835583" cy="622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59" name="Shape 259"/>
        <p:cNvGrpSpPr/>
        <p:nvPr/>
      </p:nvGrpSpPr>
      <p:grpSpPr>
        <a:xfrm>
          <a:off x="0" y="0"/>
          <a:ext cx="0" cy="0"/>
          <a:chOff x="0" y="0"/>
          <a:chExt cx="0" cy="0"/>
        </a:xfrm>
      </p:grpSpPr>
      <p:sp>
        <p:nvSpPr>
          <p:cNvPr id="260" name="Google Shape;260;p36"/>
          <p:cNvSpPr txBox="1"/>
          <p:nvPr/>
        </p:nvSpPr>
        <p:spPr>
          <a:xfrm>
            <a:off x="622041" y="863080"/>
            <a:ext cx="32874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Data Science</a:t>
            </a:r>
            <a:endParaRPr b="1" i="0" sz="2800" u="none" cap="none" strike="noStrike">
              <a:solidFill>
                <a:schemeClr val="dk1"/>
              </a:solidFill>
              <a:latin typeface="Poppins"/>
              <a:ea typeface="Poppins"/>
              <a:cs typeface="Poppins"/>
              <a:sym typeface="Poppins"/>
            </a:endParaRPr>
          </a:p>
        </p:txBody>
      </p:sp>
      <p:sp>
        <p:nvSpPr>
          <p:cNvPr id="261" name="Google Shape;261;p36"/>
          <p:cNvSpPr txBox="1"/>
          <p:nvPr/>
        </p:nvSpPr>
        <p:spPr>
          <a:xfrm>
            <a:off x="374400" y="1671200"/>
            <a:ext cx="11613300" cy="5054700"/>
          </a:xfrm>
          <a:prstGeom prst="rect">
            <a:avLst/>
          </a:prstGeom>
          <a:noFill/>
          <a:ln>
            <a:noFill/>
          </a:ln>
        </p:spPr>
        <p:txBody>
          <a:bodyPr anchorCtr="0" anchor="t" bIns="45700" lIns="91425" spcFirstLastPara="1" rIns="91425" wrap="square" tIns="45700">
            <a:noAutofit/>
          </a:bodyPr>
          <a:lstStyle/>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Generar los diagramas necesarios para definir el alcance del proyecto en lo que a la parte de Datos se refiere (qué funcionalidad, qué interfaz de entrega, etc). [P]</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Elegir el flujo de trabajo utilizando Git como herramienta para la gestión de versiones.</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Realizar un research que identifique los principales portales de donde obtener los datos necesarios anotando qué tipo de datos están disponibles. </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Extracción de datos (APIs, webscraping,...) y almacenamiento en una base de Datos SQL y/o No-SQL y/o fichero plano siempre que se justifique esta última elección.</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Determinar y explicar qué características son las más relevantes.</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Evaluar los diferentes escenarios para modelos de machine learning como problema supervisado, no supervisado, etc. [P]</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Desarrollar o plantear el desarrollo de un modelo que realice algún tipo de procesamiento de ML con los datos que se vayan a emplear. [P] </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Fijar un criterio para la futura monitorización de los datos y el rendimiento de los modelos (si hay) y las métricas asociadas, así como los datos que entregaría el sistema para poder hacer el seguimiento. [P] </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Crear una API (o el código que deba ejecutar una API proporcionada por Cloud) para gestionar la base de datos o modelo, y otra para monitorizar el uso de datos y/o modelo. [P]</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SzPts val="1100"/>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262" name="Google Shape;262;p36"/>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Desafío de Tripulaciones</a:t>
            </a:r>
            <a:endParaRPr b="1" i="0" sz="2000" u="none" cap="none" strike="noStrike">
              <a:solidFill>
                <a:schemeClr val="dk1"/>
              </a:solidFill>
              <a:latin typeface="Poppins"/>
              <a:ea typeface="Poppins"/>
              <a:cs typeface="Poppins"/>
              <a:sym typeface="Poppins"/>
            </a:endParaRPr>
          </a:p>
        </p:txBody>
      </p:sp>
      <p:sp>
        <p:nvSpPr>
          <p:cNvPr id="263" name="Google Shape;263;p36"/>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4" name="Google Shape;264;p36">
            <a:hlinkClick r:id="rId3"/>
          </p:cNvPr>
          <p:cNvPicPr preferRelativeResize="0"/>
          <p:nvPr/>
        </p:nvPicPr>
        <p:blipFill rotWithShape="1">
          <a:blip r:embed="rId4">
            <a:alphaModFix/>
          </a:blip>
          <a:srcRect b="12311" l="0" r="0" t="4729"/>
          <a:stretch/>
        </p:blipFill>
        <p:spPr>
          <a:xfrm>
            <a:off x="3113270" y="16078"/>
            <a:ext cx="1168920" cy="519840"/>
          </a:xfrm>
          <a:prstGeom prst="rect">
            <a:avLst/>
          </a:prstGeom>
          <a:noFill/>
          <a:ln>
            <a:noFill/>
          </a:ln>
        </p:spPr>
      </p:pic>
      <p:pic>
        <p:nvPicPr>
          <p:cNvPr id="265" name="Google Shape;265;p36"/>
          <p:cNvPicPr preferRelativeResize="0"/>
          <p:nvPr/>
        </p:nvPicPr>
        <p:blipFill>
          <a:blip r:embed="rId5">
            <a:alphaModFix/>
          </a:blip>
          <a:stretch>
            <a:fillRect/>
          </a:stretch>
        </p:blipFill>
        <p:spPr>
          <a:xfrm>
            <a:off x="199200" y="-35385"/>
            <a:ext cx="2835583" cy="622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270" name="Shape 270"/>
        <p:cNvGrpSpPr/>
        <p:nvPr/>
      </p:nvGrpSpPr>
      <p:grpSpPr>
        <a:xfrm>
          <a:off x="0" y="0"/>
          <a:ext cx="0" cy="0"/>
          <a:chOff x="0" y="0"/>
          <a:chExt cx="0" cy="0"/>
        </a:xfrm>
      </p:grpSpPr>
      <p:sp>
        <p:nvSpPr>
          <p:cNvPr id="271" name="Google Shape;271;p37"/>
          <p:cNvSpPr txBox="1"/>
          <p:nvPr/>
        </p:nvSpPr>
        <p:spPr>
          <a:xfrm>
            <a:off x="622056" y="863075"/>
            <a:ext cx="56124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Desarrollo Web Full Stack</a:t>
            </a:r>
            <a:endParaRPr b="1" i="0" sz="2800" u="none" cap="none" strike="noStrike">
              <a:solidFill>
                <a:schemeClr val="dk1"/>
              </a:solidFill>
              <a:latin typeface="Poppins"/>
              <a:ea typeface="Poppins"/>
              <a:cs typeface="Poppins"/>
              <a:sym typeface="Poppins"/>
            </a:endParaRPr>
          </a:p>
        </p:txBody>
      </p:sp>
      <p:sp>
        <p:nvSpPr>
          <p:cNvPr id="272" name="Google Shape;272;p37"/>
          <p:cNvSpPr txBox="1"/>
          <p:nvPr/>
        </p:nvSpPr>
        <p:spPr>
          <a:xfrm>
            <a:off x="374400" y="1442600"/>
            <a:ext cx="11613300" cy="3954600"/>
          </a:xfrm>
          <a:prstGeom prst="rect">
            <a:avLst/>
          </a:prstGeom>
          <a:noFill/>
          <a:ln>
            <a:noFill/>
          </a:ln>
        </p:spPr>
        <p:txBody>
          <a:bodyPr anchorCtr="0" anchor="t" bIns="45700" lIns="91425" spcFirstLastPara="1" rIns="91425" wrap="square" tIns="45700">
            <a:noAutofit/>
          </a:bodyPr>
          <a:lstStyle/>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Crear la arquitectura de la solución, y encargarse de la implementación de la misma.</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Decidir las tecnologías a usar con sentido.</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Trabajar en un front y back que permita visualizar los datos de la app y permita la interacción del usuario </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Desarrollar el front de la app con React y backend con node + express. </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La aplicación debe ser mobile-first y SPA (single page application), de manera que no haya en ningún momento recarga de página, y solo se carguen y rendericen aquellos contenidos mínimos necesarios con cada cambio de endpoint.</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Se valorará la proactividad, originalidad y búsqueda de soluciones a todos los niveles.</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Elegir la bbdd (SQL o NoSQL) adecuada para cada app en función del modelo de datos necesitado compatible con el resultado del trabajo de Data.</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Se permite (y recomienda, si con ello se minimiza el tiempo de desarrollo y se acelera así el de entrega) el uso de cualquier recurso de terceros (librerías, paquetes npm, etc.) además del código propio.</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Gestionar el control de versiones con GitHub desde el principio del proyecto.</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Gestionar la documentación y pruebas del proyecto hasta el punto que el tiempo lo permita y de la mejor manera posible.</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Trabajar con los compañeros en la presentación, para exponer el trabajo de desarrollo.</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Documentación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SzPts val="1100"/>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273" name="Google Shape;273;p37"/>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Desafío de Tripulaciones</a:t>
            </a:r>
            <a:endParaRPr b="1" i="0" sz="2000" u="none" cap="none" strike="noStrike">
              <a:solidFill>
                <a:schemeClr val="dk1"/>
              </a:solidFill>
              <a:latin typeface="Poppins"/>
              <a:ea typeface="Poppins"/>
              <a:cs typeface="Poppins"/>
              <a:sym typeface="Poppins"/>
            </a:endParaRPr>
          </a:p>
        </p:txBody>
      </p:sp>
      <p:sp>
        <p:nvSpPr>
          <p:cNvPr id="274" name="Google Shape;274;p37"/>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5" name="Google Shape;275;p37">
            <a:hlinkClick r:id="rId3"/>
          </p:cNvPr>
          <p:cNvPicPr preferRelativeResize="0"/>
          <p:nvPr/>
        </p:nvPicPr>
        <p:blipFill rotWithShape="1">
          <a:blip r:embed="rId4">
            <a:alphaModFix/>
          </a:blip>
          <a:srcRect b="12311" l="0" r="0" t="4729"/>
          <a:stretch/>
        </p:blipFill>
        <p:spPr>
          <a:xfrm>
            <a:off x="3113270" y="16078"/>
            <a:ext cx="1168920" cy="519840"/>
          </a:xfrm>
          <a:prstGeom prst="rect">
            <a:avLst/>
          </a:prstGeom>
          <a:noFill/>
          <a:ln>
            <a:noFill/>
          </a:ln>
        </p:spPr>
      </p:pic>
      <p:pic>
        <p:nvPicPr>
          <p:cNvPr id="276" name="Google Shape;276;p37"/>
          <p:cNvPicPr preferRelativeResize="0"/>
          <p:nvPr/>
        </p:nvPicPr>
        <p:blipFill>
          <a:blip r:embed="rId5">
            <a:alphaModFix/>
          </a:blip>
          <a:stretch>
            <a:fillRect/>
          </a:stretch>
        </p:blipFill>
        <p:spPr>
          <a:xfrm>
            <a:off x="199200" y="-35385"/>
            <a:ext cx="2835583" cy="622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38"/>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282" name="Google Shape;282;p38"/>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3" name="Google Shape;283;p38"/>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Calendario</a:t>
            </a:r>
            <a:endParaRPr b="1" i="0" sz="4000" u="none" cap="none" strike="noStrike">
              <a:solidFill>
                <a:schemeClr val="lt1"/>
              </a:solidFill>
              <a:latin typeface="Poppins"/>
              <a:ea typeface="Poppins"/>
              <a:cs typeface="Poppins"/>
              <a:sym typeface="Poppins"/>
            </a:endParaRPr>
          </a:p>
        </p:txBody>
      </p:sp>
      <p:sp>
        <p:nvSpPr>
          <p:cNvPr id="284" name="Google Shape;284;p38"/>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8" name="Shape 288"/>
        <p:cNvGrpSpPr/>
        <p:nvPr/>
      </p:nvGrpSpPr>
      <p:grpSpPr>
        <a:xfrm>
          <a:off x="0" y="0"/>
          <a:ext cx="0" cy="0"/>
          <a:chOff x="0" y="0"/>
          <a:chExt cx="0" cy="0"/>
        </a:xfrm>
      </p:grpSpPr>
      <p:sp>
        <p:nvSpPr>
          <p:cNvPr id="289" name="Google Shape;289;p39"/>
          <p:cNvSpPr/>
          <p:nvPr/>
        </p:nvSpPr>
        <p:spPr>
          <a:xfrm>
            <a:off x="6405850" y="677075"/>
            <a:ext cx="5786100" cy="453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0" name="Google Shape;290;p39"/>
          <p:cNvSpPr/>
          <p:nvPr/>
        </p:nvSpPr>
        <p:spPr>
          <a:xfrm>
            <a:off x="0" y="677150"/>
            <a:ext cx="6191100" cy="4140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p39"/>
          <p:cNvSpPr txBox="1"/>
          <p:nvPr/>
        </p:nvSpPr>
        <p:spPr>
          <a:xfrm>
            <a:off x="6463150" y="536830"/>
            <a:ext cx="5898300" cy="4140000"/>
          </a:xfrm>
          <a:prstGeom prst="rect">
            <a:avLst/>
          </a:prstGeom>
          <a:noFill/>
          <a:ln>
            <a:noFill/>
          </a:ln>
        </p:spPr>
        <p:txBody>
          <a:bodyPr anchorCtr="0" anchor="t" bIns="45700" lIns="91425" spcFirstLastPara="1" rIns="91425" wrap="square" tIns="45700">
            <a:noAutofit/>
          </a:bodyPr>
          <a:lstStyle/>
          <a:p>
            <a:pPr indent="0" lvl="0" marL="457200" rtl="0" algn="l">
              <a:lnSpc>
                <a:spcPct val="150000"/>
              </a:lnSpc>
              <a:spcBef>
                <a:spcPts val="0"/>
              </a:spcBef>
              <a:spcAft>
                <a:spcPts val="0"/>
              </a:spcAft>
              <a:buNone/>
            </a:pPr>
            <a:r>
              <a:t/>
            </a:r>
            <a:endParaRPr sz="7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b="1" lang="en-US">
                <a:solidFill>
                  <a:schemeClr val="dk1"/>
                </a:solidFill>
                <a:latin typeface="Poppins"/>
                <a:ea typeface="Poppins"/>
                <a:cs typeface="Poppins"/>
                <a:sym typeface="Poppins"/>
              </a:rPr>
              <a:t>ENTREGABLE OBLIGATORIO (16/07) :</a:t>
            </a:r>
            <a:endParaRPr b="1">
              <a:solidFill>
                <a:schemeClr val="dk1"/>
              </a:solidFill>
              <a:latin typeface="Poppins"/>
              <a:ea typeface="Poppins"/>
              <a:cs typeface="Poppins"/>
              <a:sym typeface="Poppins"/>
            </a:endParaRPr>
          </a:p>
          <a:p>
            <a:pPr indent="-317500" lvl="0" marL="45720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Logo y Nombre del Proyecto (enviar a Jorge)</a:t>
            </a:r>
            <a:endParaRPr>
              <a:solidFill>
                <a:schemeClr val="dk1"/>
              </a:solidFill>
              <a:latin typeface="Poppins"/>
              <a:ea typeface="Poppins"/>
              <a:cs typeface="Poppins"/>
              <a:sym typeface="Poppins"/>
            </a:endParaRPr>
          </a:p>
          <a:p>
            <a:pPr indent="-317500" lvl="0" marL="45720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Documentación Técnica y Backup de Código (enviar a LIs o TAs) </a:t>
            </a:r>
            <a:r>
              <a:rPr lang="en-US">
                <a:solidFill>
                  <a:schemeClr val="dk1"/>
                </a:solidFill>
                <a:latin typeface="Poppins"/>
                <a:ea typeface="Poppins"/>
                <a:cs typeface="Poppins"/>
                <a:sym typeface="Poppins"/>
              </a:rPr>
              <a:t> </a:t>
            </a:r>
            <a:br>
              <a:rPr lang="en-US">
                <a:solidFill>
                  <a:schemeClr val="dk1"/>
                </a:solidFill>
                <a:latin typeface="Poppins"/>
                <a:ea typeface="Poppins"/>
                <a:cs typeface="Poppins"/>
                <a:sym typeface="Poppins"/>
              </a:rPr>
            </a:br>
            <a:r>
              <a:rPr lang="en-US" sz="700">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b="1" lang="en-US">
                <a:solidFill>
                  <a:schemeClr val="dk1"/>
                </a:solidFill>
                <a:latin typeface="Poppins"/>
                <a:ea typeface="Poppins"/>
                <a:cs typeface="Poppins"/>
                <a:sym typeface="Poppins"/>
              </a:rPr>
              <a:t>ENSAYO - (16/07 - 10:00-12:00 - Aula):</a:t>
            </a:r>
            <a:r>
              <a:rPr lang="en-US">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a:p>
            <a:pPr indent="-317500" lvl="0" marL="45720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Ensayo con LI/TA - Campus</a:t>
            </a:r>
            <a:br>
              <a:rPr lang="en-US">
                <a:solidFill>
                  <a:schemeClr val="dk1"/>
                </a:solidFill>
                <a:latin typeface="Poppins"/>
                <a:ea typeface="Poppins"/>
                <a:cs typeface="Poppins"/>
                <a:sym typeface="Poppins"/>
              </a:rPr>
            </a:br>
            <a:r>
              <a:rPr lang="en-US" sz="700">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b="1" lang="en-US">
                <a:solidFill>
                  <a:schemeClr val="dk1"/>
                </a:solidFill>
                <a:latin typeface="Poppins"/>
                <a:ea typeface="Poppins"/>
                <a:cs typeface="Poppins"/>
                <a:sym typeface="Poppins"/>
              </a:rPr>
              <a:t>DIA DE LA PRESENTACIÓN - DIA 17  de Julio (10:00-13:00) - Vital Kulturunea:</a:t>
            </a:r>
            <a:endParaRPr b="1">
              <a:solidFill>
                <a:schemeClr val="dk1"/>
              </a:solidFill>
              <a:latin typeface="Poppins"/>
              <a:ea typeface="Poppins"/>
              <a:cs typeface="Poppins"/>
              <a:sym typeface="Poppins"/>
            </a:endParaRPr>
          </a:p>
          <a:p>
            <a:pPr indent="-317500" lvl="0" marL="45720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Presentaciones de 20 minutos / 20 minutos preguntas</a:t>
            </a:r>
            <a:endParaRPr>
              <a:solidFill>
                <a:schemeClr val="dk1"/>
              </a:solidFill>
              <a:latin typeface="Poppins"/>
              <a:ea typeface="Poppins"/>
              <a:cs typeface="Poppins"/>
              <a:sym typeface="Poppins"/>
            </a:endParaRPr>
          </a:p>
          <a:p>
            <a:pPr indent="-317500" lvl="0" marL="45720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Se enseña presentación + prototipo funcional / vídeos</a:t>
            </a:r>
            <a:endParaRPr>
              <a:solidFill>
                <a:schemeClr val="dk1"/>
              </a:solidFill>
              <a:latin typeface="Poppins"/>
              <a:ea typeface="Poppins"/>
              <a:cs typeface="Poppins"/>
              <a:sym typeface="Poppins"/>
            </a:endParaRPr>
          </a:p>
          <a:p>
            <a:pPr indent="-317500" lvl="0" marL="45720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Elegir cuántas personas presentan (mínimo 4 por equipo)</a:t>
            </a:r>
            <a:endParaRPr>
              <a:solidFill>
                <a:schemeClr val="dk1"/>
              </a:solidFill>
              <a:latin typeface="Poppins"/>
              <a:ea typeface="Poppins"/>
              <a:cs typeface="Poppins"/>
              <a:sym typeface="Poppins"/>
            </a:endParaRPr>
          </a:p>
          <a:p>
            <a:pPr indent="-317500" lvl="0" marL="45720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Los profesores son jurado</a:t>
            </a:r>
            <a:endParaRPr>
              <a:solidFill>
                <a:schemeClr val="dk1"/>
              </a:solidFill>
              <a:latin typeface="Poppins"/>
              <a:ea typeface="Poppins"/>
              <a:cs typeface="Poppins"/>
              <a:sym typeface="Poppins"/>
            </a:endParaRPr>
          </a:p>
          <a:p>
            <a:pPr indent="-317500" lvl="0" marL="457200" rtl="0" algn="l">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El cliente es jurado </a:t>
            </a:r>
            <a:endParaRPr>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1400"/>
              <a:buFont typeface="Arial"/>
              <a:buNone/>
            </a:pPr>
            <a:r>
              <a:t/>
            </a:r>
            <a:endParaRPr>
              <a:solidFill>
                <a:schemeClr val="dk1"/>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2" name="Google Shape;292;p39"/>
          <p:cNvSpPr txBox="1"/>
          <p:nvPr/>
        </p:nvSpPr>
        <p:spPr>
          <a:xfrm>
            <a:off x="214750" y="859469"/>
            <a:ext cx="6191100" cy="3872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SzPts val="1100"/>
              <a:buNone/>
            </a:pPr>
            <a:r>
              <a:rPr lang="en-US">
                <a:solidFill>
                  <a:srgbClr val="FBFBFB"/>
                </a:solidFill>
                <a:latin typeface="Poppins"/>
                <a:ea typeface="Poppins"/>
                <a:cs typeface="Poppins"/>
                <a:sym typeface="Poppins"/>
              </a:rPr>
              <a:t>Día de Presentación del RETO y presentación de equipos 02/07 a las 15:00:</a:t>
            </a:r>
            <a:endParaRPr>
              <a:solidFill>
                <a:srgbClr val="FBFBFB"/>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000">
              <a:solidFill>
                <a:srgbClr val="FBFBFB"/>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b="1" lang="en-US">
                <a:solidFill>
                  <a:srgbClr val="FBFBFB"/>
                </a:solidFill>
                <a:latin typeface="Poppins"/>
                <a:ea typeface="Poppins"/>
                <a:cs typeface="Poppins"/>
                <a:sym typeface="Poppins"/>
              </a:rPr>
              <a:t>PLAN DE TRABAJO (06/07 a 15/07)</a:t>
            </a:r>
            <a:endParaRPr b="1">
              <a:solidFill>
                <a:srgbClr val="FBFBFB"/>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n-US">
                <a:solidFill>
                  <a:srgbClr val="FBFBFB"/>
                </a:solidFill>
                <a:latin typeface="Poppins"/>
                <a:ea typeface="Poppins"/>
                <a:cs typeface="Poppins"/>
                <a:sym typeface="Poppins"/>
              </a:rPr>
              <a:t>Dias de trabajo con DAILYS obligatorias al menos 1: </a:t>
            </a:r>
            <a:endParaRPr>
              <a:solidFill>
                <a:srgbClr val="FBFBFB"/>
              </a:solidFill>
              <a:latin typeface="Poppins"/>
              <a:ea typeface="Poppins"/>
              <a:cs typeface="Poppins"/>
              <a:sym typeface="Poppins"/>
            </a:endParaRPr>
          </a:p>
          <a:p>
            <a:pPr indent="-317500" lvl="0" marL="457200" rtl="0" algn="l">
              <a:lnSpc>
                <a:spcPct val="150000"/>
              </a:lnSpc>
              <a:spcBef>
                <a:spcPts val="0"/>
              </a:spcBef>
              <a:spcAft>
                <a:spcPts val="0"/>
              </a:spcAft>
              <a:buClr>
                <a:srgbClr val="FBFBFB"/>
              </a:buClr>
              <a:buSzPts val="1400"/>
              <a:buFont typeface="Poppins"/>
              <a:buChar char="●"/>
            </a:pPr>
            <a:r>
              <a:rPr lang="en-US">
                <a:solidFill>
                  <a:srgbClr val="FBFBFB"/>
                </a:solidFill>
                <a:latin typeface="Poppins"/>
                <a:ea typeface="Poppins"/>
                <a:cs typeface="Poppins"/>
                <a:sym typeface="Poppins"/>
              </a:rPr>
              <a:t>1ª DAILY A las 9.30h: </a:t>
            </a:r>
            <a:endParaRPr>
              <a:solidFill>
                <a:srgbClr val="FBFBFB"/>
              </a:solidFill>
              <a:latin typeface="Poppins"/>
              <a:ea typeface="Poppins"/>
              <a:cs typeface="Poppins"/>
              <a:sym typeface="Poppins"/>
            </a:endParaRPr>
          </a:p>
          <a:p>
            <a:pPr indent="0" lvl="0" marL="0" rtl="0" algn="l">
              <a:lnSpc>
                <a:spcPct val="150000"/>
              </a:lnSpc>
              <a:spcBef>
                <a:spcPts val="0"/>
              </a:spcBef>
              <a:spcAft>
                <a:spcPts val="0"/>
              </a:spcAft>
              <a:buNone/>
            </a:pPr>
            <a:r>
              <a:t/>
            </a:r>
            <a:endParaRPr sz="900">
              <a:solidFill>
                <a:srgbClr val="FBFBFB"/>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b="1" lang="en-US">
                <a:solidFill>
                  <a:schemeClr val="lt1"/>
                </a:solidFill>
                <a:latin typeface="Poppins"/>
                <a:ea typeface="Poppins"/>
                <a:cs typeface="Poppins"/>
                <a:sym typeface="Poppins"/>
              </a:rPr>
              <a:t>REUNIONES CON CLIENTE (a lo largo del desafío): </a:t>
            </a:r>
            <a:endParaRPr b="1">
              <a:solidFill>
                <a:schemeClr val="lt1"/>
              </a:solidFill>
              <a:latin typeface="Poppins"/>
              <a:ea typeface="Poppins"/>
              <a:cs typeface="Poppins"/>
              <a:sym typeface="Poppins"/>
            </a:endParaRPr>
          </a:p>
          <a:p>
            <a:pPr indent="-317500" lvl="0" marL="457200" rtl="0" algn="l">
              <a:lnSpc>
                <a:spcPct val="150000"/>
              </a:lnSpc>
              <a:spcBef>
                <a:spcPts val="0"/>
              </a:spcBef>
              <a:spcAft>
                <a:spcPts val="0"/>
              </a:spcAft>
              <a:buClr>
                <a:schemeClr val="lt1"/>
              </a:buClr>
              <a:buSzPts val="1400"/>
              <a:buFont typeface="Poppins"/>
              <a:buChar char="●"/>
            </a:pPr>
            <a:r>
              <a:rPr lang="en-US">
                <a:solidFill>
                  <a:schemeClr val="lt1"/>
                </a:solidFill>
                <a:latin typeface="Poppins"/>
                <a:ea typeface="Poppins"/>
                <a:cs typeface="Poppins"/>
                <a:sym typeface="Poppins"/>
              </a:rPr>
              <a:t>Día 02/07: lanzamiento del reto</a:t>
            </a:r>
            <a:endParaRPr>
              <a:solidFill>
                <a:schemeClr val="lt1"/>
              </a:solidFill>
              <a:latin typeface="Poppins"/>
              <a:ea typeface="Poppins"/>
              <a:cs typeface="Poppins"/>
              <a:sym typeface="Poppins"/>
            </a:endParaRPr>
          </a:p>
          <a:p>
            <a:pPr indent="-317500" lvl="0" marL="457200" rtl="0" algn="l">
              <a:lnSpc>
                <a:spcPct val="150000"/>
              </a:lnSpc>
              <a:spcBef>
                <a:spcPts val="0"/>
              </a:spcBef>
              <a:spcAft>
                <a:spcPts val="0"/>
              </a:spcAft>
              <a:buClr>
                <a:schemeClr val="lt1"/>
              </a:buClr>
              <a:buSzPts val="1400"/>
              <a:buFont typeface="Poppins"/>
              <a:buChar char="●"/>
            </a:pPr>
            <a:r>
              <a:rPr lang="en-US">
                <a:solidFill>
                  <a:schemeClr val="lt1"/>
                </a:solidFill>
                <a:latin typeface="Poppins"/>
                <a:ea typeface="Poppins"/>
                <a:cs typeface="Poppins"/>
                <a:sym typeface="Poppins"/>
              </a:rPr>
              <a:t>Resto de días: Los líderes de grupo pueden pedir </a:t>
            </a:r>
            <a:br>
              <a:rPr lang="en-US">
                <a:solidFill>
                  <a:schemeClr val="lt1"/>
                </a:solidFill>
                <a:latin typeface="Poppins"/>
                <a:ea typeface="Poppins"/>
                <a:cs typeface="Poppins"/>
                <a:sym typeface="Poppins"/>
              </a:rPr>
            </a:br>
            <a:r>
              <a:rPr lang="en-US">
                <a:solidFill>
                  <a:schemeClr val="lt1"/>
                </a:solidFill>
                <a:latin typeface="Poppins"/>
                <a:ea typeface="Poppins"/>
                <a:cs typeface="Poppins"/>
                <a:sym typeface="Poppins"/>
              </a:rPr>
              <a:t>meets, llamadas o enviar correos con dudas.</a:t>
            </a:r>
            <a:endParaRPr>
              <a:solidFill>
                <a:schemeClr val="lt1"/>
              </a:solidFill>
              <a:latin typeface="Poppins"/>
              <a:ea typeface="Poppins"/>
              <a:cs typeface="Poppins"/>
              <a:sym typeface="Poppins"/>
            </a:endParaRPr>
          </a:p>
          <a:p>
            <a:pPr indent="0" lvl="0" marL="0" rtl="0" algn="l">
              <a:lnSpc>
                <a:spcPct val="150000"/>
              </a:lnSpc>
              <a:spcBef>
                <a:spcPts val="0"/>
              </a:spcBef>
              <a:spcAft>
                <a:spcPts val="0"/>
              </a:spcAft>
              <a:buNone/>
            </a:pPr>
            <a:r>
              <a:rPr lang="en-US">
                <a:solidFill>
                  <a:schemeClr val="lt1"/>
                </a:solidFill>
                <a:latin typeface="Poppins"/>
                <a:ea typeface="Poppins"/>
                <a:cs typeface="Poppins"/>
                <a:sym typeface="Poppins"/>
              </a:rPr>
              <a:t>Día 17/07: Día PRESENTACIÓN como jurado. </a:t>
            </a:r>
            <a:endParaRPr>
              <a:solidFill>
                <a:schemeClr val="lt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a:solidFill>
                <a:srgbClr val="FBFBFB"/>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3" name="Google Shape;293;p39"/>
          <p:cNvSpPr txBox="1"/>
          <p:nvPr/>
        </p:nvSpPr>
        <p:spPr>
          <a:xfrm>
            <a:off x="4971807" y="66725"/>
            <a:ext cx="4482300" cy="33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FBFBFB"/>
                </a:solidFill>
                <a:latin typeface="Poppins"/>
                <a:ea typeface="Poppins"/>
                <a:cs typeface="Poppins"/>
                <a:sym typeface="Poppins"/>
              </a:rPr>
              <a:t>Plan de trabajo</a:t>
            </a:r>
            <a:endParaRPr b="1" i="0" sz="2800" u="none" cap="none" strike="noStrike">
              <a:solidFill>
                <a:srgbClr val="000000"/>
              </a:solidFill>
              <a:latin typeface="Poppins"/>
              <a:ea typeface="Poppins"/>
              <a:cs typeface="Poppins"/>
              <a:sym typeface="Poppins"/>
            </a:endParaRPr>
          </a:p>
        </p:txBody>
      </p:sp>
      <p:sp>
        <p:nvSpPr>
          <p:cNvPr id="294" name="Google Shape;294;p39"/>
          <p:cNvSpPr txBox="1"/>
          <p:nvPr/>
        </p:nvSpPr>
        <p:spPr>
          <a:xfrm>
            <a:off x="6700775" y="5668163"/>
            <a:ext cx="2868600" cy="800400"/>
          </a:xfrm>
          <a:prstGeom prst="rect">
            <a:avLst/>
          </a:prstGeom>
          <a:noFill/>
          <a:ln cap="flat" cmpd="sng" w="2857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rgbClr val="F7F9F8"/>
                </a:solidFill>
                <a:latin typeface="Poppins"/>
                <a:ea typeface="Poppins"/>
                <a:cs typeface="Poppins"/>
                <a:sym typeface="Poppins"/>
              </a:rPr>
              <a:t>Presentación DESAFÍO</a:t>
            </a:r>
            <a:endParaRPr/>
          </a:p>
        </p:txBody>
      </p:sp>
      <p:pic>
        <p:nvPicPr>
          <p:cNvPr id="295" name="Google Shape;295;p39"/>
          <p:cNvPicPr preferRelativeResize="0"/>
          <p:nvPr/>
        </p:nvPicPr>
        <p:blipFill>
          <a:blip r:embed="rId4">
            <a:alphaModFix/>
          </a:blip>
          <a:stretch>
            <a:fillRect/>
          </a:stretch>
        </p:blipFill>
        <p:spPr>
          <a:xfrm>
            <a:off x="3747350" y="4915000"/>
            <a:ext cx="2376500" cy="1841100"/>
          </a:xfrm>
          <a:prstGeom prst="rect">
            <a:avLst/>
          </a:prstGeom>
          <a:noFill/>
          <a:ln>
            <a:noFill/>
          </a:ln>
        </p:spPr>
      </p:pic>
      <p:sp>
        <p:nvSpPr>
          <p:cNvPr id="296" name="Google Shape;296;p39"/>
          <p:cNvSpPr/>
          <p:nvPr/>
        </p:nvSpPr>
        <p:spPr>
          <a:xfrm rot="10800000">
            <a:off x="5378975" y="5906825"/>
            <a:ext cx="1321800" cy="323100"/>
          </a:xfrm>
          <a:prstGeom prst="rightArrow">
            <a:avLst>
              <a:gd fmla="val 50000" name="adj1"/>
              <a:gd fmla="val 247679" name="adj2"/>
            </a:avLst>
          </a:prstGeom>
          <a:solidFill>
            <a:srgbClr val="FFFFFF"/>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7" name="Google Shape;297;p39"/>
          <p:cNvSpPr/>
          <p:nvPr/>
        </p:nvSpPr>
        <p:spPr>
          <a:xfrm rot="780">
            <a:off x="3587190" y="5318380"/>
            <a:ext cx="1321800" cy="323100"/>
          </a:xfrm>
          <a:prstGeom prst="rightArrow">
            <a:avLst>
              <a:gd fmla="val 50000" name="adj1"/>
              <a:gd fmla="val 247679" name="adj2"/>
            </a:avLst>
          </a:prstGeom>
          <a:solidFill>
            <a:srgbClr val="FFFFFF"/>
          </a:solid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8" name="Google Shape;298;p39"/>
          <p:cNvSpPr txBox="1"/>
          <p:nvPr/>
        </p:nvSpPr>
        <p:spPr>
          <a:xfrm>
            <a:off x="718600" y="5079713"/>
            <a:ext cx="2868600" cy="800400"/>
          </a:xfrm>
          <a:prstGeom prst="rect">
            <a:avLst/>
          </a:prstGeom>
          <a:noFill/>
          <a:ln cap="flat" cmpd="sng" w="2857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US" sz="2000">
                <a:solidFill>
                  <a:srgbClr val="F7F9F8"/>
                </a:solidFill>
                <a:latin typeface="Poppins"/>
                <a:ea typeface="Poppins"/>
                <a:cs typeface="Poppins"/>
                <a:sym typeface="Poppins"/>
              </a:rPr>
              <a:t>Presentación </a:t>
            </a:r>
            <a:br>
              <a:rPr b="1" lang="en-US" sz="2000">
                <a:solidFill>
                  <a:srgbClr val="F7F9F8"/>
                </a:solidFill>
                <a:latin typeface="Poppins"/>
                <a:ea typeface="Poppins"/>
                <a:cs typeface="Poppins"/>
                <a:sym typeface="Poppins"/>
              </a:rPr>
            </a:br>
            <a:r>
              <a:rPr b="1" lang="en-US" sz="2000">
                <a:solidFill>
                  <a:srgbClr val="F7F9F8"/>
                </a:solidFill>
                <a:latin typeface="Poppins"/>
                <a:ea typeface="Poppins"/>
                <a:cs typeface="Poppins"/>
                <a:sym typeface="Poppins"/>
              </a:rPr>
              <a:t>RETO</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03" name="Shape 303"/>
        <p:cNvGrpSpPr/>
        <p:nvPr/>
      </p:nvGrpSpPr>
      <p:grpSpPr>
        <a:xfrm>
          <a:off x="0" y="0"/>
          <a:ext cx="0" cy="0"/>
          <a:chOff x="0" y="0"/>
          <a:chExt cx="0" cy="0"/>
        </a:xfrm>
      </p:grpSpPr>
      <p:sp>
        <p:nvSpPr>
          <p:cNvPr id="304" name="Google Shape;304;p40"/>
          <p:cNvSpPr/>
          <p:nvPr/>
        </p:nvSpPr>
        <p:spPr>
          <a:xfrm>
            <a:off x="21175" y="8475"/>
            <a:ext cx="2733000" cy="591000"/>
          </a:xfrm>
          <a:prstGeom prst="rect">
            <a:avLst/>
          </a:prstGeom>
          <a:solidFill>
            <a:srgbClr val="FBFBFB"/>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40"/>
          <p:cNvSpPr txBox="1"/>
          <p:nvPr/>
        </p:nvSpPr>
        <p:spPr>
          <a:xfrm>
            <a:off x="622045" y="863075"/>
            <a:ext cx="10426500" cy="96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Presentación del desafío - Sala B Vital Kulturunea </a:t>
            </a:r>
            <a:endParaRPr b="1" i="0" sz="2800" u="none" cap="none" strike="noStrike">
              <a:solidFill>
                <a:schemeClr val="dk1"/>
              </a:solidFill>
              <a:latin typeface="Poppins"/>
              <a:ea typeface="Poppins"/>
              <a:cs typeface="Poppins"/>
              <a:sym typeface="Poppins"/>
            </a:endParaRPr>
          </a:p>
        </p:txBody>
      </p:sp>
      <p:sp>
        <p:nvSpPr>
          <p:cNvPr id="306" name="Google Shape;306;p40"/>
          <p:cNvSpPr txBox="1"/>
          <p:nvPr/>
        </p:nvSpPr>
        <p:spPr>
          <a:xfrm>
            <a:off x="361675" y="5643900"/>
            <a:ext cx="11613300" cy="3954600"/>
          </a:xfrm>
          <a:prstGeom prst="rect">
            <a:avLst/>
          </a:prstGeom>
          <a:noFill/>
          <a:ln>
            <a:noFill/>
          </a:ln>
        </p:spPr>
        <p:txBody>
          <a:bodyPr anchorCtr="0" anchor="t" bIns="45700" lIns="91425" spcFirstLastPara="1" rIns="91425" wrap="square" tIns="45700">
            <a:noAutofit/>
          </a:bodyPr>
          <a:lstStyle/>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Vital Fundazioa Kulturunea</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Paz, 5 - 1ª planta</a:t>
            </a:r>
            <a:endParaRPr>
              <a:solidFill>
                <a:schemeClr val="dk1"/>
              </a:solidFill>
              <a:latin typeface="Poppins"/>
              <a:ea typeface="Poppins"/>
              <a:cs typeface="Poppins"/>
              <a:sym typeface="Poppins"/>
            </a:endParaRPr>
          </a:p>
          <a:p>
            <a:pPr indent="-317500" lvl="0" marL="457200" rtl="0" algn="just">
              <a:lnSpc>
                <a:spcPct val="150000"/>
              </a:lnSpc>
              <a:spcBef>
                <a:spcPts val="0"/>
              </a:spcBef>
              <a:spcAft>
                <a:spcPts val="0"/>
              </a:spcAft>
              <a:buClr>
                <a:schemeClr val="dk1"/>
              </a:buClr>
              <a:buSzPts val="1400"/>
              <a:buFont typeface="Poppins"/>
              <a:buChar char="●"/>
            </a:pPr>
            <a:r>
              <a:rPr lang="en-US">
                <a:solidFill>
                  <a:schemeClr val="dk1"/>
                </a:solidFill>
                <a:latin typeface="Poppins"/>
                <a:ea typeface="Poppins"/>
                <a:cs typeface="Poppins"/>
                <a:sym typeface="Poppins"/>
              </a:rPr>
              <a:t>01005 Vitoria-Gasteiz</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SzPts val="1100"/>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307" name="Google Shape;307;p40"/>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Desafío de Tripulaciones</a:t>
            </a:r>
            <a:endParaRPr b="1" i="0" sz="2000" u="none" cap="none" strike="noStrike">
              <a:solidFill>
                <a:schemeClr val="dk1"/>
              </a:solidFill>
              <a:latin typeface="Poppins"/>
              <a:ea typeface="Poppins"/>
              <a:cs typeface="Poppins"/>
              <a:sym typeface="Poppins"/>
            </a:endParaRPr>
          </a:p>
        </p:txBody>
      </p:sp>
      <p:pic>
        <p:nvPicPr>
          <p:cNvPr id="308" name="Google Shape;308;p40">
            <a:hlinkClick r:id="rId3"/>
          </p:cNvPr>
          <p:cNvPicPr preferRelativeResize="0"/>
          <p:nvPr/>
        </p:nvPicPr>
        <p:blipFill rotWithShape="1">
          <a:blip r:embed="rId4">
            <a:alphaModFix/>
          </a:blip>
          <a:srcRect b="12311" l="0" r="0" t="4729"/>
          <a:stretch/>
        </p:blipFill>
        <p:spPr>
          <a:xfrm>
            <a:off x="3113270" y="16078"/>
            <a:ext cx="1168920" cy="519840"/>
          </a:xfrm>
          <a:prstGeom prst="rect">
            <a:avLst/>
          </a:prstGeom>
          <a:noFill/>
          <a:ln>
            <a:noFill/>
          </a:ln>
        </p:spPr>
      </p:pic>
      <p:pic>
        <p:nvPicPr>
          <p:cNvPr id="309" name="Google Shape;309;p40"/>
          <p:cNvPicPr preferRelativeResize="0"/>
          <p:nvPr/>
        </p:nvPicPr>
        <p:blipFill>
          <a:blip r:embed="rId5">
            <a:alphaModFix/>
          </a:blip>
          <a:stretch>
            <a:fillRect/>
          </a:stretch>
        </p:blipFill>
        <p:spPr>
          <a:xfrm>
            <a:off x="199200" y="-35385"/>
            <a:ext cx="2835583" cy="622750"/>
          </a:xfrm>
          <a:prstGeom prst="rect">
            <a:avLst/>
          </a:prstGeom>
          <a:noFill/>
          <a:ln>
            <a:noFill/>
          </a:ln>
        </p:spPr>
      </p:pic>
      <p:pic>
        <p:nvPicPr>
          <p:cNvPr id="310" name="Google Shape;310;p40"/>
          <p:cNvPicPr preferRelativeResize="0"/>
          <p:nvPr/>
        </p:nvPicPr>
        <p:blipFill>
          <a:blip r:embed="rId6">
            <a:alphaModFix/>
          </a:blip>
          <a:stretch>
            <a:fillRect/>
          </a:stretch>
        </p:blipFill>
        <p:spPr>
          <a:xfrm>
            <a:off x="0" y="1522547"/>
            <a:ext cx="12191998" cy="381290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41"/>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316" name="Google Shape;316;p41"/>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7" name="Google Shape;317;p41"/>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Contacto</a:t>
            </a:r>
            <a:endParaRPr b="1" i="0" sz="4000" u="none" cap="none" strike="noStrike">
              <a:solidFill>
                <a:schemeClr val="lt1"/>
              </a:solidFill>
              <a:latin typeface="Poppins"/>
              <a:ea typeface="Poppins"/>
              <a:cs typeface="Poppins"/>
              <a:sym typeface="Poppins"/>
            </a:endParaRPr>
          </a:p>
        </p:txBody>
      </p:sp>
      <p:sp>
        <p:nvSpPr>
          <p:cNvPr id="318" name="Google Shape;318;p41"/>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2"/>
          <p:cNvSpPr/>
          <p:nvPr/>
        </p:nvSpPr>
        <p:spPr>
          <a:xfrm>
            <a:off x="764125" y="4705925"/>
            <a:ext cx="4880400" cy="16878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4" name="Google Shape;324;p42"/>
          <p:cNvSpPr txBox="1"/>
          <p:nvPr/>
        </p:nvSpPr>
        <p:spPr>
          <a:xfrm>
            <a:off x="921661" y="4864616"/>
            <a:ext cx="4585800" cy="1423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b="1" lang="en-US" sz="2000">
                <a:solidFill>
                  <a:schemeClr val="lt1"/>
                </a:solidFill>
                <a:latin typeface="Poppins"/>
                <a:ea typeface="Poppins"/>
                <a:cs typeface="Poppins"/>
                <a:sym typeface="Poppins"/>
              </a:rPr>
              <a:t>Mari González de Durana</a:t>
            </a:r>
            <a:br>
              <a:rPr b="1" lang="en-US" sz="2000">
                <a:solidFill>
                  <a:schemeClr val="lt1"/>
                </a:solidFill>
                <a:latin typeface="Poppins"/>
                <a:ea typeface="Poppins"/>
                <a:cs typeface="Poppins"/>
                <a:sym typeface="Poppins"/>
              </a:rPr>
            </a:br>
            <a:r>
              <a:rPr b="1" i="1" lang="en-US" sz="1600">
                <a:solidFill>
                  <a:schemeClr val="lt1"/>
                </a:solidFill>
                <a:latin typeface="Poppins"/>
                <a:ea typeface="Poppins"/>
                <a:cs typeface="Poppins"/>
                <a:sym typeface="Poppins"/>
              </a:rPr>
              <a:t>Directora de eventos corporativos</a:t>
            </a:r>
            <a:endParaRPr b="1" i="1" sz="1600">
              <a:solidFill>
                <a:schemeClr val="lt1"/>
              </a:solidFill>
              <a:latin typeface="Poppins"/>
              <a:ea typeface="Poppins"/>
              <a:cs typeface="Poppins"/>
              <a:sym typeface="Poppins"/>
            </a:endParaRPr>
          </a:p>
          <a:p>
            <a:pPr indent="0" lvl="0" marL="0" rtl="0" algn="ctr">
              <a:lnSpc>
                <a:spcPct val="100000"/>
              </a:lnSpc>
              <a:spcBef>
                <a:spcPts val="0"/>
              </a:spcBef>
              <a:spcAft>
                <a:spcPts val="0"/>
              </a:spcAft>
              <a:buClr>
                <a:schemeClr val="dk1"/>
              </a:buClr>
              <a:buSzPts val="1100"/>
              <a:buFont typeface="Arial"/>
              <a:buNone/>
            </a:pPr>
            <a:r>
              <a:t/>
            </a:r>
            <a:endParaRPr b="1" i="1" sz="1600">
              <a:solidFill>
                <a:schemeClr val="lt1"/>
              </a:solidFill>
              <a:latin typeface="Poppins"/>
              <a:ea typeface="Poppins"/>
              <a:cs typeface="Poppins"/>
              <a:sym typeface="Poppins"/>
            </a:endParaRPr>
          </a:p>
          <a:p>
            <a:pPr indent="0" lvl="0" marL="0" rtl="0" algn="ctr">
              <a:lnSpc>
                <a:spcPct val="100000"/>
              </a:lnSpc>
              <a:spcBef>
                <a:spcPts val="0"/>
              </a:spcBef>
              <a:spcAft>
                <a:spcPts val="0"/>
              </a:spcAft>
              <a:buClr>
                <a:schemeClr val="dk1"/>
              </a:buClr>
              <a:buSzPts val="1100"/>
              <a:buFont typeface="Arial"/>
              <a:buNone/>
            </a:pPr>
            <a:r>
              <a:rPr b="1" lang="en-US" sz="2000">
                <a:solidFill>
                  <a:schemeClr val="lt1"/>
                </a:solidFill>
                <a:latin typeface="Poppins"/>
                <a:ea typeface="Poppins"/>
                <a:cs typeface="Poppins"/>
                <a:sym typeface="Poppins"/>
              </a:rPr>
              <a:t>&lt;</a:t>
            </a:r>
            <a:r>
              <a:rPr b="1" lang="en-US" sz="2000">
                <a:solidFill>
                  <a:schemeClr val="lt1"/>
                </a:solidFill>
                <a:latin typeface="Poppins"/>
                <a:ea typeface="Poppins"/>
                <a:cs typeface="Poppins"/>
                <a:sym typeface="Poppins"/>
              </a:rPr>
              <a:t>mari@mitumi.es</a:t>
            </a:r>
            <a:r>
              <a:rPr b="1" lang="en-US" sz="2000">
                <a:solidFill>
                  <a:schemeClr val="lt1"/>
                </a:solidFill>
                <a:latin typeface="Poppins"/>
                <a:ea typeface="Poppins"/>
                <a:cs typeface="Poppins"/>
                <a:sym typeface="Poppins"/>
              </a:rPr>
              <a:t>&gt;</a:t>
            </a:r>
            <a:endParaRPr b="1" sz="2000">
              <a:solidFill>
                <a:schemeClr val="lt1"/>
              </a:solidFill>
              <a:latin typeface="Poppins"/>
              <a:ea typeface="Poppins"/>
              <a:cs typeface="Poppins"/>
              <a:sym typeface="Poppins"/>
            </a:endParaRPr>
          </a:p>
          <a:p>
            <a:pPr indent="0" lvl="0" marL="0" rtl="0" algn="ctr">
              <a:spcBef>
                <a:spcPts val="0"/>
              </a:spcBef>
              <a:spcAft>
                <a:spcPts val="0"/>
              </a:spcAft>
              <a:buClr>
                <a:schemeClr val="dk1"/>
              </a:buClr>
              <a:buSzPts val="1100"/>
              <a:buFont typeface="Arial"/>
              <a:buNone/>
            </a:pPr>
            <a:r>
              <a:t/>
            </a:r>
            <a:endParaRPr b="1" sz="2000">
              <a:solidFill>
                <a:schemeClr val="lt1"/>
              </a:solidFill>
              <a:latin typeface="Poppins"/>
              <a:ea typeface="Poppins"/>
              <a:cs typeface="Poppins"/>
              <a:sym typeface="Poppins"/>
            </a:endParaRPr>
          </a:p>
        </p:txBody>
      </p:sp>
      <p:sp>
        <p:nvSpPr>
          <p:cNvPr id="325" name="Google Shape;325;p42"/>
          <p:cNvSpPr txBox="1"/>
          <p:nvPr/>
        </p:nvSpPr>
        <p:spPr>
          <a:xfrm>
            <a:off x="4659786" y="220919"/>
            <a:ext cx="6970500" cy="513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Arial"/>
              <a:buNone/>
            </a:pPr>
            <a:r>
              <a:rPr b="1" lang="en-US" sz="2000">
                <a:solidFill>
                  <a:schemeClr val="dk1"/>
                </a:solidFill>
                <a:latin typeface="Poppins"/>
                <a:ea typeface="Poppins"/>
                <a:cs typeface="Poppins"/>
                <a:sym typeface="Poppins"/>
              </a:rPr>
              <a:t>Contacto </a:t>
            </a:r>
            <a:endParaRPr/>
          </a:p>
        </p:txBody>
      </p:sp>
      <p:sp>
        <p:nvSpPr>
          <p:cNvPr id="326" name="Google Shape;326;p42"/>
          <p:cNvSpPr txBox="1"/>
          <p:nvPr/>
        </p:nvSpPr>
        <p:spPr>
          <a:xfrm>
            <a:off x="335825" y="914400"/>
            <a:ext cx="11245800" cy="668100"/>
          </a:xfrm>
          <a:prstGeom prst="rect">
            <a:avLst/>
          </a:prstGeom>
          <a:noFill/>
          <a:ln>
            <a:noFill/>
          </a:ln>
        </p:spPr>
        <p:txBody>
          <a:bodyPr anchorCtr="0" anchor="t" bIns="45700" lIns="91425" spcFirstLastPara="1" rIns="91425" wrap="square" tIns="45700">
            <a:spAutoFit/>
          </a:bodyPr>
          <a:lstStyle/>
          <a:p>
            <a:pPr indent="0" lvl="0" marL="0" marR="0" rtl="0" algn="just">
              <a:lnSpc>
                <a:spcPct val="120000"/>
              </a:lnSpc>
              <a:spcBef>
                <a:spcPts val="0"/>
              </a:spcBef>
              <a:spcAft>
                <a:spcPts val="0"/>
              </a:spcAft>
              <a:buClr>
                <a:srgbClr val="000000"/>
              </a:buClr>
              <a:buSzPts val="1400"/>
              <a:buFont typeface="Arial"/>
              <a:buNone/>
            </a:pPr>
            <a:r>
              <a:rPr lang="en-US" sz="1700">
                <a:latin typeface="Poppins"/>
                <a:ea typeface="Poppins"/>
                <a:cs typeface="Poppins"/>
                <a:sym typeface="Poppins"/>
              </a:rPr>
              <a:t>Podéis contactar, de manera puntual, para resolver dudas, solo a través de vuestro representante de grupo.</a:t>
            </a:r>
            <a:endParaRPr sz="1700"/>
          </a:p>
        </p:txBody>
      </p:sp>
      <p:sp>
        <p:nvSpPr>
          <p:cNvPr id="327" name="Google Shape;327;p42"/>
          <p:cNvSpPr/>
          <p:nvPr/>
        </p:nvSpPr>
        <p:spPr>
          <a:xfrm>
            <a:off x="0" y="0"/>
            <a:ext cx="2459400" cy="5781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28" name="Google Shape;328;p42">
            <a:hlinkClick r:id="rId3"/>
          </p:cNvPr>
          <p:cNvPicPr preferRelativeResize="0"/>
          <p:nvPr/>
        </p:nvPicPr>
        <p:blipFill rotWithShape="1">
          <a:blip r:embed="rId4">
            <a:alphaModFix/>
          </a:blip>
          <a:srcRect b="12311" l="0" r="0" t="4729"/>
          <a:stretch/>
        </p:blipFill>
        <p:spPr>
          <a:xfrm>
            <a:off x="3113270" y="16078"/>
            <a:ext cx="1168920" cy="519840"/>
          </a:xfrm>
          <a:prstGeom prst="rect">
            <a:avLst/>
          </a:prstGeom>
          <a:noFill/>
          <a:ln>
            <a:noFill/>
          </a:ln>
        </p:spPr>
      </p:pic>
      <p:pic>
        <p:nvPicPr>
          <p:cNvPr id="329" name="Google Shape;329;p42"/>
          <p:cNvPicPr preferRelativeResize="0"/>
          <p:nvPr/>
        </p:nvPicPr>
        <p:blipFill>
          <a:blip r:embed="rId5">
            <a:alphaModFix/>
          </a:blip>
          <a:stretch>
            <a:fillRect/>
          </a:stretch>
        </p:blipFill>
        <p:spPr>
          <a:xfrm>
            <a:off x="199200" y="-35385"/>
            <a:ext cx="2835583" cy="622750"/>
          </a:xfrm>
          <a:prstGeom prst="rect">
            <a:avLst/>
          </a:prstGeom>
          <a:noFill/>
          <a:ln>
            <a:noFill/>
          </a:ln>
        </p:spPr>
      </p:pic>
      <p:sp>
        <p:nvSpPr>
          <p:cNvPr id="330" name="Google Shape;330;p42"/>
          <p:cNvSpPr/>
          <p:nvPr/>
        </p:nvSpPr>
        <p:spPr>
          <a:xfrm>
            <a:off x="6587925" y="4731550"/>
            <a:ext cx="4518900" cy="16878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1" name="Google Shape;331;p42"/>
          <p:cNvSpPr txBox="1"/>
          <p:nvPr/>
        </p:nvSpPr>
        <p:spPr>
          <a:xfrm>
            <a:off x="6652692" y="4884022"/>
            <a:ext cx="4404000" cy="1423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b="1" lang="en-US" sz="2000">
                <a:solidFill>
                  <a:schemeClr val="lt1"/>
                </a:solidFill>
                <a:latin typeface="Poppins"/>
                <a:ea typeface="Poppins"/>
                <a:cs typeface="Poppins"/>
                <a:sym typeface="Poppins"/>
              </a:rPr>
              <a:t>Cruz Barroso</a:t>
            </a:r>
            <a:br>
              <a:rPr b="1" lang="en-US" sz="2000">
                <a:solidFill>
                  <a:schemeClr val="lt1"/>
                </a:solidFill>
                <a:latin typeface="Poppins"/>
                <a:ea typeface="Poppins"/>
                <a:cs typeface="Poppins"/>
                <a:sym typeface="Poppins"/>
              </a:rPr>
            </a:br>
            <a:r>
              <a:rPr b="1" i="1" lang="en-US" sz="1600">
                <a:solidFill>
                  <a:schemeClr val="lt1"/>
                </a:solidFill>
                <a:latin typeface="Poppins"/>
                <a:ea typeface="Poppins"/>
                <a:cs typeface="Poppins"/>
                <a:sym typeface="Poppins"/>
              </a:rPr>
              <a:t>Gestora de eventos</a:t>
            </a:r>
            <a:br>
              <a:rPr b="1" i="1" lang="en-US" sz="1600">
                <a:solidFill>
                  <a:schemeClr val="lt1"/>
                </a:solidFill>
                <a:latin typeface="Poppins"/>
                <a:ea typeface="Poppins"/>
                <a:cs typeface="Poppins"/>
                <a:sym typeface="Poppins"/>
              </a:rPr>
            </a:br>
            <a:endParaRPr b="1" i="1" sz="1600">
              <a:solidFill>
                <a:schemeClr val="lt1"/>
              </a:solidFill>
              <a:latin typeface="Poppins"/>
              <a:ea typeface="Poppins"/>
              <a:cs typeface="Poppins"/>
              <a:sym typeface="Poppins"/>
            </a:endParaRPr>
          </a:p>
          <a:p>
            <a:pPr indent="0" lvl="0" marL="0" rtl="0" algn="ctr">
              <a:lnSpc>
                <a:spcPct val="100000"/>
              </a:lnSpc>
              <a:spcBef>
                <a:spcPts val="0"/>
              </a:spcBef>
              <a:spcAft>
                <a:spcPts val="0"/>
              </a:spcAft>
              <a:buClr>
                <a:schemeClr val="dk1"/>
              </a:buClr>
              <a:buSzPts val="1100"/>
              <a:buFont typeface="Arial"/>
              <a:buNone/>
            </a:pPr>
            <a:r>
              <a:rPr b="1" lang="en-US" sz="2000">
                <a:solidFill>
                  <a:schemeClr val="lt1"/>
                </a:solidFill>
                <a:latin typeface="Poppins"/>
                <a:ea typeface="Poppins"/>
                <a:cs typeface="Poppins"/>
                <a:sym typeface="Poppins"/>
              </a:rPr>
              <a:t>&lt;</a:t>
            </a:r>
            <a:r>
              <a:rPr b="1" lang="en-US" sz="2000">
                <a:solidFill>
                  <a:schemeClr val="lt1"/>
                </a:solidFill>
                <a:latin typeface="Poppins"/>
                <a:ea typeface="Poppins"/>
                <a:cs typeface="Poppins"/>
                <a:sym typeface="Poppins"/>
              </a:rPr>
              <a:t>eventos@mitumi.es</a:t>
            </a:r>
            <a:r>
              <a:rPr b="1" lang="en-US" sz="2000">
                <a:solidFill>
                  <a:schemeClr val="lt1"/>
                </a:solidFill>
                <a:latin typeface="Poppins"/>
                <a:ea typeface="Poppins"/>
                <a:cs typeface="Poppins"/>
                <a:sym typeface="Poppins"/>
              </a:rPr>
              <a:t>&gt;</a:t>
            </a:r>
            <a:br>
              <a:rPr b="1" lang="en-US" sz="2000">
                <a:solidFill>
                  <a:schemeClr val="lt1"/>
                </a:solidFill>
                <a:latin typeface="Poppins"/>
                <a:ea typeface="Poppins"/>
                <a:cs typeface="Poppins"/>
                <a:sym typeface="Poppins"/>
              </a:rPr>
            </a:br>
            <a:endParaRPr b="1" i="0" sz="2000" u="none" cap="none" strike="noStrike">
              <a:solidFill>
                <a:schemeClr val="lt1"/>
              </a:solidFill>
              <a:latin typeface="Poppins"/>
              <a:ea typeface="Poppins"/>
              <a:cs typeface="Poppins"/>
              <a:sym typeface="Poppins"/>
            </a:endParaRPr>
          </a:p>
        </p:txBody>
      </p:sp>
      <p:pic>
        <p:nvPicPr>
          <p:cNvPr id="332" name="Google Shape;332;p42"/>
          <p:cNvPicPr preferRelativeResize="0"/>
          <p:nvPr/>
        </p:nvPicPr>
        <p:blipFill>
          <a:blip r:embed="rId6">
            <a:alphaModFix/>
          </a:blip>
          <a:stretch>
            <a:fillRect/>
          </a:stretch>
        </p:blipFill>
        <p:spPr>
          <a:xfrm>
            <a:off x="1775575" y="1407963"/>
            <a:ext cx="3158400" cy="3158400"/>
          </a:xfrm>
          <a:prstGeom prst="ellipse">
            <a:avLst/>
          </a:prstGeom>
          <a:noFill/>
          <a:ln>
            <a:noFill/>
          </a:ln>
        </p:spPr>
      </p:pic>
      <p:pic>
        <p:nvPicPr>
          <p:cNvPr id="333" name="Google Shape;333;p42" title="EOSR6483.JPG"/>
          <p:cNvPicPr preferRelativeResize="0"/>
          <p:nvPr/>
        </p:nvPicPr>
        <p:blipFill rotWithShape="1">
          <a:blip r:embed="rId7">
            <a:alphaModFix/>
          </a:blip>
          <a:srcRect b="51104" l="26679" r="56667" t="21935"/>
          <a:stretch/>
        </p:blipFill>
        <p:spPr>
          <a:xfrm>
            <a:off x="7383675" y="1407975"/>
            <a:ext cx="2927400" cy="3158400"/>
          </a:xfrm>
          <a:prstGeom prst="ellipse">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id="338" name="Google Shape;338;p43"/>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339" name="Google Shape;339;p43"/>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0" name="Google Shape;340;p43"/>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Consejos finales</a:t>
            </a:r>
            <a:endParaRPr b="1" i="0" sz="4000" u="none" cap="none" strike="noStrike">
              <a:solidFill>
                <a:schemeClr val="lt1"/>
              </a:solidFill>
              <a:latin typeface="Poppins"/>
              <a:ea typeface="Poppins"/>
              <a:cs typeface="Poppins"/>
              <a:sym typeface="Poppins"/>
            </a:endParaRPr>
          </a:p>
        </p:txBody>
      </p:sp>
      <p:sp>
        <p:nvSpPr>
          <p:cNvPr id="341" name="Google Shape;341;p43"/>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7</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45" name="Shape 345"/>
        <p:cNvGrpSpPr/>
        <p:nvPr/>
      </p:nvGrpSpPr>
      <p:grpSpPr>
        <a:xfrm>
          <a:off x="0" y="0"/>
          <a:ext cx="0" cy="0"/>
          <a:chOff x="0" y="0"/>
          <a:chExt cx="0" cy="0"/>
        </a:xfrm>
      </p:grpSpPr>
      <p:pic>
        <p:nvPicPr>
          <p:cNvPr id="346" name="Google Shape;346;p44"/>
          <p:cNvPicPr preferRelativeResize="0"/>
          <p:nvPr/>
        </p:nvPicPr>
        <p:blipFill rotWithShape="1">
          <a:blip r:embed="rId3">
            <a:alphaModFix/>
          </a:blip>
          <a:srcRect b="0" l="0" r="0" t="0"/>
          <a:stretch/>
        </p:blipFill>
        <p:spPr>
          <a:xfrm>
            <a:off x="0" y="-20449"/>
            <a:ext cx="12191998" cy="3769395"/>
          </a:xfrm>
          <a:prstGeom prst="rect">
            <a:avLst/>
          </a:prstGeom>
          <a:noFill/>
          <a:ln>
            <a:noFill/>
          </a:ln>
        </p:spPr>
      </p:pic>
      <p:sp>
        <p:nvSpPr>
          <p:cNvPr id="347" name="Google Shape;347;p44"/>
          <p:cNvSpPr/>
          <p:nvPr/>
        </p:nvSpPr>
        <p:spPr>
          <a:xfrm>
            <a:off x="4271350" y="3748951"/>
            <a:ext cx="3649200" cy="2860800"/>
          </a:xfrm>
          <a:prstGeom prst="rect">
            <a:avLst/>
          </a:prstGeom>
          <a:solidFill>
            <a:srgbClr val="EFEF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8" name="Google Shape;348;p44"/>
          <p:cNvSpPr/>
          <p:nvPr/>
        </p:nvSpPr>
        <p:spPr>
          <a:xfrm>
            <a:off x="622042" y="863080"/>
            <a:ext cx="10947900" cy="20295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9" name="Google Shape;349;p44"/>
          <p:cNvSpPr/>
          <p:nvPr/>
        </p:nvSpPr>
        <p:spPr>
          <a:xfrm>
            <a:off x="4271347" y="863080"/>
            <a:ext cx="7298700" cy="2029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0" name="Google Shape;350;p44"/>
          <p:cNvSpPr/>
          <p:nvPr/>
        </p:nvSpPr>
        <p:spPr>
          <a:xfrm>
            <a:off x="7920652" y="863080"/>
            <a:ext cx="3649200" cy="2029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1" name="Google Shape;351;p44"/>
          <p:cNvSpPr txBox="1"/>
          <p:nvPr/>
        </p:nvSpPr>
        <p:spPr>
          <a:xfrm>
            <a:off x="8039885" y="1414735"/>
            <a:ext cx="3373800" cy="655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Usad el principio KISS (Keep It Simple, Stupid!)​ Menos es más, intenta primero que funcione, y luego ya lo harás más complejo.</a:t>
            </a:r>
            <a:endParaRPr b="0" i="0" sz="1400" u="none" cap="none" strike="noStrike">
              <a:solidFill>
                <a:schemeClr val="dk1"/>
              </a:solidFill>
              <a:latin typeface="Poppins"/>
              <a:ea typeface="Poppins"/>
              <a:cs typeface="Poppins"/>
              <a:sym typeface="Poppins"/>
            </a:endParaRPr>
          </a:p>
        </p:txBody>
      </p:sp>
      <p:sp>
        <p:nvSpPr>
          <p:cNvPr id="352" name="Google Shape;352;p44"/>
          <p:cNvSpPr txBox="1"/>
          <p:nvPr/>
        </p:nvSpPr>
        <p:spPr>
          <a:xfrm>
            <a:off x="8644756" y="939547"/>
            <a:ext cx="2164200" cy="475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KISS</a:t>
            </a:r>
            <a:endParaRPr b="1" i="0" sz="2800" u="none" cap="none" strike="noStrike">
              <a:solidFill>
                <a:schemeClr val="dk1"/>
              </a:solidFill>
              <a:latin typeface="Poppins"/>
              <a:ea typeface="Poppins"/>
              <a:cs typeface="Poppins"/>
              <a:sym typeface="Poppins"/>
            </a:endParaRPr>
          </a:p>
        </p:txBody>
      </p:sp>
      <p:sp>
        <p:nvSpPr>
          <p:cNvPr id="353" name="Google Shape;353;p44"/>
          <p:cNvSpPr txBox="1"/>
          <p:nvPr/>
        </p:nvSpPr>
        <p:spPr>
          <a:xfrm>
            <a:off x="4414346" y="1414735"/>
            <a:ext cx="3373800" cy="655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Debéis coordinaros muy bien, porque un retraso en una entrega afecta a los demás, y por tanto al proyecto entero.</a:t>
            </a:r>
            <a:endParaRPr b="0" i="0" sz="1400" u="none" cap="none" strike="noStrike">
              <a:solidFill>
                <a:schemeClr val="dk1"/>
              </a:solidFill>
              <a:latin typeface="Poppins"/>
              <a:ea typeface="Poppins"/>
              <a:cs typeface="Poppins"/>
              <a:sym typeface="Poppins"/>
            </a:endParaRPr>
          </a:p>
        </p:txBody>
      </p:sp>
      <p:sp>
        <p:nvSpPr>
          <p:cNvPr id="354" name="Google Shape;354;p44"/>
          <p:cNvSpPr txBox="1"/>
          <p:nvPr/>
        </p:nvSpPr>
        <p:spPr>
          <a:xfrm>
            <a:off x="4414399" y="939550"/>
            <a:ext cx="3373800" cy="475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DEPENDENCIAS</a:t>
            </a:r>
            <a:endParaRPr b="1" i="0" sz="2800" u="none" cap="none" strike="noStrike">
              <a:solidFill>
                <a:schemeClr val="dk1"/>
              </a:solidFill>
              <a:latin typeface="Poppins"/>
              <a:ea typeface="Poppins"/>
              <a:cs typeface="Poppins"/>
              <a:sym typeface="Poppins"/>
            </a:endParaRPr>
          </a:p>
        </p:txBody>
      </p:sp>
      <p:sp>
        <p:nvSpPr>
          <p:cNvPr id="355" name="Google Shape;355;p44"/>
          <p:cNvSpPr txBox="1"/>
          <p:nvPr/>
        </p:nvSpPr>
        <p:spPr>
          <a:xfrm>
            <a:off x="4414346" y="4821966"/>
            <a:ext cx="3373800" cy="655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Cuanto más estés presencialmente (en cuerpo y alma), las cosas suelen ir mejor. Acude puntual a la cita con tus mentores. Recuerda que tienes un cliente real. </a:t>
            </a:r>
            <a:endParaRPr b="0" i="0" sz="1400" u="none" cap="none" strike="noStrike">
              <a:solidFill>
                <a:schemeClr val="dk1"/>
              </a:solidFill>
              <a:latin typeface="Poppins"/>
              <a:ea typeface="Poppins"/>
              <a:cs typeface="Poppins"/>
              <a:sym typeface="Poppins"/>
            </a:endParaRPr>
          </a:p>
        </p:txBody>
      </p:sp>
      <p:sp>
        <p:nvSpPr>
          <p:cNvPr id="356" name="Google Shape;356;p44"/>
          <p:cNvSpPr txBox="1"/>
          <p:nvPr/>
        </p:nvSpPr>
        <p:spPr>
          <a:xfrm>
            <a:off x="4306850" y="4285225"/>
            <a:ext cx="3538500" cy="400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2"/>
                </a:solidFill>
                <a:latin typeface="Poppins"/>
                <a:ea typeface="Poppins"/>
                <a:cs typeface="Poppins"/>
                <a:sym typeface="Poppins"/>
              </a:rPr>
              <a:t>PROFESIONALIDAD</a:t>
            </a:r>
            <a:endParaRPr b="1" i="0" sz="2800" u="none" cap="none" strike="noStrike">
              <a:solidFill>
                <a:schemeClr val="dk2"/>
              </a:solidFill>
              <a:latin typeface="Poppins"/>
              <a:ea typeface="Poppins"/>
              <a:cs typeface="Poppins"/>
              <a:sym typeface="Poppins"/>
            </a:endParaRPr>
          </a:p>
        </p:txBody>
      </p:sp>
      <p:sp>
        <p:nvSpPr>
          <p:cNvPr id="357" name="Google Shape;357;p44"/>
          <p:cNvSpPr txBox="1"/>
          <p:nvPr/>
        </p:nvSpPr>
        <p:spPr>
          <a:xfrm>
            <a:off x="8039885" y="4821966"/>
            <a:ext cx="3373800" cy="655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Un buen trabajo en el desafío será parte de tu portfolio para demostrar a las empresas tu capacidad de desempeño. Esta es la antesala a tu trabajo.</a:t>
            </a:r>
            <a:endParaRPr b="0" i="0" sz="1400" u="none" cap="none" strike="noStrike">
              <a:solidFill>
                <a:schemeClr val="dk1"/>
              </a:solidFill>
              <a:latin typeface="Poppins"/>
              <a:ea typeface="Poppins"/>
              <a:cs typeface="Poppins"/>
              <a:sym typeface="Poppins"/>
            </a:endParaRPr>
          </a:p>
        </p:txBody>
      </p:sp>
      <p:sp>
        <p:nvSpPr>
          <p:cNvPr id="358" name="Google Shape;358;p44"/>
          <p:cNvSpPr txBox="1"/>
          <p:nvPr/>
        </p:nvSpPr>
        <p:spPr>
          <a:xfrm>
            <a:off x="8644756" y="4285223"/>
            <a:ext cx="2164200" cy="338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PORTFOLIO</a:t>
            </a:r>
            <a:endParaRPr b="1" i="0" sz="2800" u="none" cap="none" strike="noStrike">
              <a:solidFill>
                <a:schemeClr val="dk1"/>
              </a:solidFill>
              <a:latin typeface="Poppins"/>
              <a:ea typeface="Poppins"/>
              <a:cs typeface="Poppins"/>
              <a:sym typeface="Poppins"/>
            </a:endParaRPr>
          </a:p>
        </p:txBody>
      </p:sp>
      <p:sp>
        <p:nvSpPr>
          <p:cNvPr id="359" name="Google Shape;359;p44"/>
          <p:cNvSpPr txBox="1"/>
          <p:nvPr/>
        </p:nvSpPr>
        <p:spPr>
          <a:xfrm>
            <a:off x="755283" y="1414735"/>
            <a:ext cx="3373800" cy="655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400"/>
              <a:buFont typeface="Arial"/>
              <a:buNone/>
            </a:pPr>
            <a:r>
              <a:rPr lang="en-US">
                <a:solidFill>
                  <a:srgbClr val="FBFBFB"/>
                </a:solidFill>
                <a:latin typeface="Poppins"/>
                <a:ea typeface="Poppins"/>
                <a:cs typeface="Poppins"/>
                <a:sym typeface="Poppins"/>
              </a:rPr>
              <a:t>Ahora sois un equipo. Evitar el individualismo como forma de trabajo.</a:t>
            </a:r>
            <a:endParaRPr b="0" i="0" sz="1400" u="none" cap="none" strike="noStrike">
              <a:solidFill>
                <a:srgbClr val="000000"/>
              </a:solidFill>
              <a:latin typeface="Poppins"/>
              <a:ea typeface="Poppins"/>
              <a:cs typeface="Poppins"/>
              <a:sym typeface="Poppins"/>
            </a:endParaRPr>
          </a:p>
        </p:txBody>
      </p:sp>
      <p:sp>
        <p:nvSpPr>
          <p:cNvPr id="360" name="Google Shape;360;p44"/>
          <p:cNvSpPr txBox="1"/>
          <p:nvPr/>
        </p:nvSpPr>
        <p:spPr>
          <a:xfrm>
            <a:off x="1360154" y="939547"/>
            <a:ext cx="2164200" cy="475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rgbClr val="FBFBFB"/>
                </a:solidFill>
                <a:latin typeface="Poppins"/>
                <a:ea typeface="Poppins"/>
                <a:cs typeface="Poppins"/>
                <a:sym typeface="Poppins"/>
              </a:rPr>
              <a:t>EQUIPO</a:t>
            </a:r>
            <a:endParaRPr b="1" i="0" sz="2800" u="none" cap="none" strike="noStrike">
              <a:solidFill>
                <a:srgbClr val="000000"/>
              </a:solidFill>
              <a:latin typeface="Poppins"/>
              <a:ea typeface="Poppins"/>
              <a:cs typeface="Poppins"/>
              <a:sym typeface="Poppins"/>
            </a:endParaRPr>
          </a:p>
        </p:txBody>
      </p:sp>
      <p:sp>
        <p:nvSpPr>
          <p:cNvPr id="361" name="Google Shape;361;p44"/>
          <p:cNvSpPr txBox="1"/>
          <p:nvPr/>
        </p:nvSpPr>
        <p:spPr>
          <a:xfrm>
            <a:off x="526683" y="4821966"/>
            <a:ext cx="3373800" cy="6552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400"/>
              <a:buFont typeface="Arial"/>
              <a:buNone/>
            </a:pPr>
            <a:r>
              <a:rPr lang="en-US">
                <a:solidFill>
                  <a:schemeClr val="dk1"/>
                </a:solidFill>
                <a:latin typeface="Poppins"/>
                <a:ea typeface="Poppins"/>
                <a:cs typeface="Poppins"/>
                <a:sym typeface="Poppins"/>
              </a:rPr>
              <a:t>Tan importante es que el trabajo sea bueno técnicamente, como hacer una buena presentación. Recordad que ese día pueden venir empresas. Hay que hacer un poco hype ;)</a:t>
            </a:r>
            <a:endParaRPr b="0" i="0" sz="1400" u="none" cap="none" strike="noStrike">
              <a:solidFill>
                <a:schemeClr val="dk1"/>
              </a:solidFill>
              <a:latin typeface="Poppins"/>
              <a:ea typeface="Poppins"/>
              <a:cs typeface="Poppins"/>
              <a:sym typeface="Poppins"/>
            </a:endParaRPr>
          </a:p>
        </p:txBody>
      </p:sp>
      <p:sp>
        <p:nvSpPr>
          <p:cNvPr id="362" name="Google Shape;362;p44"/>
          <p:cNvSpPr txBox="1"/>
          <p:nvPr/>
        </p:nvSpPr>
        <p:spPr>
          <a:xfrm>
            <a:off x="1131554" y="4285223"/>
            <a:ext cx="2164200" cy="338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chemeClr val="dk1"/>
                </a:solidFill>
                <a:latin typeface="Poppins"/>
                <a:ea typeface="Poppins"/>
                <a:cs typeface="Poppins"/>
                <a:sym typeface="Poppins"/>
              </a:rPr>
              <a:t>HYPE</a:t>
            </a:r>
            <a:endParaRPr b="1" i="0" sz="2800" u="none" cap="none" strike="noStrike">
              <a:solidFill>
                <a:schemeClr val="dk1"/>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45"/>
          <p:cNvPicPr preferRelativeResize="0"/>
          <p:nvPr>
            <p:ph idx="2" type="pic"/>
          </p:nvPr>
        </p:nvPicPr>
        <p:blipFill rotWithShape="1">
          <a:blip r:embed="rId3">
            <a:alphaModFix/>
          </a:blip>
          <a:srcRect b="0" l="0" r="0" t="0"/>
          <a:stretch/>
        </p:blipFill>
        <p:spPr>
          <a:xfrm>
            <a:off x="0" y="0"/>
            <a:ext cx="12192000" cy="6858000"/>
          </a:xfrm>
          <a:prstGeom prst="rect">
            <a:avLst/>
          </a:prstGeom>
          <a:noFill/>
          <a:ln>
            <a:noFill/>
          </a:ln>
        </p:spPr>
      </p:pic>
      <p:sp>
        <p:nvSpPr>
          <p:cNvPr id="368" name="Google Shape;368;p45"/>
          <p:cNvSpPr/>
          <p:nvPr/>
        </p:nvSpPr>
        <p:spPr>
          <a:xfrm>
            <a:off x="544801" y="863080"/>
            <a:ext cx="4737600" cy="5167800"/>
          </a:xfrm>
          <a:prstGeom prst="rect">
            <a:avLst/>
          </a:prstGeom>
          <a:solidFill>
            <a:srgbClr val="EF33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9" name="Google Shape;369;p45"/>
          <p:cNvSpPr txBox="1"/>
          <p:nvPr/>
        </p:nvSpPr>
        <p:spPr>
          <a:xfrm>
            <a:off x="1017412" y="1380979"/>
            <a:ext cx="4265100" cy="4074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4000"/>
              <a:buFont typeface="Arial"/>
              <a:buNone/>
            </a:pPr>
            <a:r>
              <a:rPr b="1" lang="en-US" sz="4000">
                <a:solidFill>
                  <a:schemeClr val="lt1"/>
                </a:solidFill>
                <a:latin typeface="Poppins"/>
                <a:ea typeface="Poppins"/>
                <a:cs typeface="Poppins"/>
                <a:sym typeface="Poppins"/>
              </a:rPr>
              <a:t>Preguntas</a:t>
            </a:r>
            <a:endParaRPr b="1" i="0" sz="4000" u="none" cap="none" strike="noStrike">
              <a:solidFill>
                <a:schemeClr val="lt1"/>
              </a:solidFill>
              <a:latin typeface="Poppins"/>
              <a:ea typeface="Poppins"/>
              <a:cs typeface="Poppins"/>
              <a:sym typeface="Poppins"/>
            </a:endParaRPr>
          </a:p>
        </p:txBody>
      </p:sp>
      <p:sp>
        <p:nvSpPr>
          <p:cNvPr id="370" name="Google Shape;370;p45"/>
          <p:cNvSpPr txBox="1"/>
          <p:nvPr/>
        </p:nvSpPr>
        <p:spPr>
          <a:xfrm>
            <a:off x="2745456" y="1178092"/>
            <a:ext cx="2164200" cy="13233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lang="en-US" sz="8000">
                <a:solidFill>
                  <a:srgbClr val="FBFBFB"/>
                </a:solidFill>
                <a:latin typeface="Poppins"/>
                <a:ea typeface="Poppins"/>
                <a:cs typeface="Poppins"/>
                <a:sym typeface="Poppins"/>
              </a:rPr>
              <a:t>8</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B"/>
        </a:solidFill>
      </p:bgPr>
    </p:bg>
    <p:spTree>
      <p:nvGrpSpPr>
        <p:cNvPr id="374" name="Shape 374"/>
        <p:cNvGrpSpPr/>
        <p:nvPr/>
      </p:nvGrpSpPr>
      <p:grpSpPr>
        <a:xfrm>
          <a:off x="0" y="0"/>
          <a:ext cx="0" cy="0"/>
          <a:chOff x="0" y="0"/>
          <a:chExt cx="0" cy="0"/>
        </a:xfrm>
      </p:grpSpPr>
      <p:pic>
        <p:nvPicPr>
          <p:cNvPr descr="Imagen que contiene interior, computer, tabla, cama&#10;&#10;Descripción generada automáticamente" id="375" name="Google Shape;375;p46"/>
          <p:cNvPicPr preferRelativeResize="0"/>
          <p:nvPr/>
        </p:nvPicPr>
        <p:blipFill rotWithShape="1">
          <a:blip r:embed="rId3">
            <a:alphaModFix/>
          </a:blip>
          <a:srcRect b="0" l="0" r="0" t="0"/>
          <a:stretch/>
        </p:blipFill>
        <p:spPr>
          <a:xfrm>
            <a:off x="0" y="0"/>
            <a:ext cx="12191400" cy="6857280"/>
          </a:xfrm>
          <a:prstGeom prst="rect">
            <a:avLst/>
          </a:prstGeom>
          <a:noFill/>
          <a:ln>
            <a:noFill/>
          </a:ln>
        </p:spPr>
      </p:pic>
      <p:sp>
        <p:nvSpPr>
          <p:cNvPr id="376" name="Google Shape;376;p46"/>
          <p:cNvSpPr/>
          <p:nvPr/>
        </p:nvSpPr>
        <p:spPr>
          <a:xfrm>
            <a:off x="622080" y="0"/>
            <a:ext cx="10947240" cy="5994360"/>
          </a:xfrm>
          <a:prstGeom prst="rect">
            <a:avLst/>
          </a:prstGeom>
          <a:solidFill>
            <a:schemeClr val="dk2">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6"/>
          <p:cNvSpPr/>
          <p:nvPr/>
        </p:nvSpPr>
        <p:spPr>
          <a:xfrm>
            <a:off x="3087000" y="4431240"/>
            <a:ext cx="6017400" cy="58392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lang="en-US" sz="3200">
                <a:solidFill>
                  <a:schemeClr val="lt1"/>
                </a:solidFill>
                <a:latin typeface="Poppins"/>
                <a:ea typeface="Poppins"/>
                <a:cs typeface="Poppins"/>
                <a:sym typeface="Poppins"/>
              </a:rPr>
              <a:t>A POR ELLO</a:t>
            </a:r>
            <a:r>
              <a:rPr b="0" i="0" lang="en-US" sz="3200" u="none" cap="none" strike="noStrike">
                <a:solidFill>
                  <a:schemeClr val="lt1"/>
                </a:solidFill>
                <a:latin typeface="Poppins"/>
                <a:ea typeface="Poppins"/>
                <a:cs typeface="Poppins"/>
                <a:sym typeface="Poppins"/>
              </a:rPr>
              <a:t>! EGURRE!</a:t>
            </a:r>
            <a:endParaRPr b="0" i="0" sz="3200" u="none" cap="none" strike="noStrike">
              <a:latin typeface="Arial"/>
              <a:ea typeface="Arial"/>
              <a:cs typeface="Arial"/>
              <a:sym typeface="Arial"/>
            </a:endParaRPr>
          </a:p>
        </p:txBody>
      </p:sp>
      <p:pic>
        <p:nvPicPr>
          <p:cNvPr descr="Texto&#10;&#10;Descripción generada automáticamente" id="378" name="Google Shape;378;p46">
            <a:hlinkClick r:id="rId4"/>
          </p:cNvPr>
          <p:cNvPicPr preferRelativeResize="0"/>
          <p:nvPr/>
        </p:nvPicPr>
        <p:blipFill rotWithShape="1">
          <a:blip r:embed="rId5">
            <a:alphaModFix/>
          </a:blip>
          <a:srcRect b="0" l="0" r="0" t="0"/>
          <a:stretch/>
        </p:blipFill>
        <p:spPr>
          <a:xfrm>
            <a:off x="5185080" y="5256360"/>
            <a:ext cx="354960" cy="354960"/>
          </a:xfrm>
          <a:prstGeom prst="rect">
            <a:avLst/>
          </a:prstGeom>
          <a:noFill/>
          <a:ln>
            <a:noFill/>
          </a:ln>
        </p:spPr>
      </p:pic>
      <p:pic>
        <p:nvPicPr>
          <p:cNvPr descr="Icono&#10;&#10;Descripción generada automáticamente" id="379" name="Google Shape;379;p46">
            <a:hlinkClick r:id="rId6"/>
          </p:cNvPr>
          <p:cNvPicPr preferRelativeResize="0"/>
          <p:nvPr/>
        </p:nvPicPr>
        <p:blipFill rotWithShape="1">
          <a:blip r:embed="rId7">
            <a:alphaModFix/>
          </a:blip>
          <a:srcRect b="0" l="0" r="0" t="0"/>
          <a:stretch/>
        </p:blipFill>
        <p:spPr>
          <a:xfrm>
            <a:off x="5673960" y="5256360"/>
            <a:ext cx="354960" cy="354960"/>
          </a:xfrm>
          <a:prstGeom prst="rect">
            <a:avLst/>
          </a:prstGeom>
          <a:noFill/>
          <a:ln>
            <a:noFill/>
          </a:ln>
        </p:spPr>
      </p:pic>
      <p:pic>
        <p:nvPicPr>
          <p:cNvPr descr="Icono&#10;&#10;Descripción generada automáticamente con confianza media" id="380" name="Google Shape;380;p46">
            <a:hlinkClick r:id="rId8"/>
          </p:cNvPr>
          <p:cNvPicPr preferRelativeResize="0"/>
          <p:nvPr/>
        </p:nvPicPr>
        <p:blipFill rotWithShape="1">
          <a:blip r:embed="rId9">
            <a:alphaModFix/>
          </a:blip>
          <a:srcRect b="0" l="0" r="0" t="0"/>
          <a:stretch/>
        </p:blipFill>
        <p:spPr>
          <a:xfrm>
            <a:off x="6162480" y="5256360"/>
            <a:ext cx="354960" cy="354960"/>
          </a:xfrm>
          <a:prstGeom prst="rect">
            <a:avLst/>
          </a:prstGeom>
          <a:noFill/>
          <a:ln>
            <a:noFill/>
          </a:ln>
        </p:spPr>
      </p:pic>
      <p:pic>
        <p:nvPicPr>
          <p:cNvPr descr="Dibujo en blanco y negro&#10;&#10;Descripción generada automáticamente con confianza media" id="381" name="Google Shape;381;p46">
            <a:hlinkClick r:id="rId10"/>
          </p:cNvPr>
          <p:cNvPicPr preferRelativeResize="0"/>
          <p:nvPr/>
        </p:nvPicPr>
        <p:blipFill rotWithShape="1">
          <a:blip r:embed="rId11">
            <a:alphaModFix/>
          </a:blip>
          <a:srcRect b="0" l="0" r="0" t="0"/>
          <a:stretch/>
        </p:blipFill>
        <p:spPr>
          <a:xfrm>
            <a:off x="6651360" y="5265720"/>
            <a:ext cx="354960" cy="354960"/>
          </a:xfrm>
          <a:prstGeom prst="rect">
            <a:avLst/>
          </a:prstGeom>
          <a:noFill/>
          <a:ln>
            <a:noFill/>
          </a:ln>
        </p:spPr>
      </p:pic>
      <p:pic>
        <p:nvPicPr>
          <p:cNvPr id="382" name="Google Shape;382;p46">
            <a:hlinkClick r:id="rId12"/>
          </p:cNvPr>
          <p:cNvPicPr preferRelativeResize="0"/>
          <p:nvPr/>
        </p:nvPicPr>
        <p:blipFill rotWithShape="1">
          <a:blip r:embed="rId13">
            <a:alphaModFix/>
          </a:blip>
          <a:srcRect b="0" l="0" r="0" t="0"/>
          <a:stretch/>
        </p:blipFill>
        <p:spPr>
          <a:xfrm>
            <a:off x="8729280" y="2213280"/>
            <a:ext cx="1231920" cy="853920"/>
          </a:xfrm>
          <a:prstGeom prst="rect">
            <a:avLst/>
          </a:prstGeom>
          <a:noFill/>
          <a:ln>
            <a:noFill/>
          </a:ln>
        </p:spPr>
      </p:pic>
      <p:pic>
        <p:nvPicPr>
          <p:cNvPr id="383" name="Google Shape;383;p46"/>
          <p:cNvPicPr preferRelativeResize="0"/>
          <p:nvPr/>
        </p:nvPicPr>
        <p:blipFill>
          <a:blip r:embed="rId14">
            <a:alphaModFix/>
          </a:blip>
          <a:stretch>
            <a:fillRect/>
          </a:stretch>
        </p:blipFill>
        <p:spPr>
          <a:xfrm>
            <a:off x="1680200" y="1722649"/>
            <a:ext cx="7049081" cy="1543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Personalizados 15">
      <a:dk1>
        <a:srgbClr val="000000"/>
      </a:dk1>
      <a:lt1>
        <a:srgbClr val="FFFFFF"/>
      </a:lt1>
      <a:dk2>
        <a:srgbClr val="EF3340"/>
      </a:dk2>
      <a:lt2>
        <a:srgbClr val="E7E6E6"/>
      </a:lt2>
      <a:accent1>
        <a:srgbClr val="E8959C"/>
      </a:accent1>
      <a:accent2>
        <a:srgbClr val="641C22"/>
      </a:accent2>
      <a:accent3>
        <a:srgbClr val="7F7F7F"/>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EF3340"/>
      </a:dk2>
      <a:lt2>
        <a:srgbClr val="E7E6E6"/>
      </a:lt2>
      <a:accent1>
        <a:srgbClr val="E8959C"/>
      </a:accent1>
      <a:accent2>
        <a:srgbClr val="641C22"/>
      </a:accent2>
      <a:accent3>
        <a:srgbClr val="7F7F7F"/>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